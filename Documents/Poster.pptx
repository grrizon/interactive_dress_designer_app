
<file path=[Content_Types].xml><?xml version="1.0" encoding="utf-8"?>
<Types xmlns="http://schemas.openxmlformats.org/package/2006/content-types">
  <Default Extension="jpeg" ContentType="image/jpeg"/>
  <Default Extension="JPG" ContentType="image/.jpg"/>
  <Default Extension="png" ContentType="image/pn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sldIdLst>
    <p:sldId id="256" r:id="rId3"/>
  </p:sldIdLst>
  <p:sldSz cx="32918400" cy="43891200"/>
  <p:notesSz cx="6858000" cy="9144000"/>
  <p:embeddedFontLst>
    <p:embeddedFont>
      <p:font typeface="Libre Baskerville" panose="02000000000000000000" pitchFamily="2" charset="0"/>
      <p:bold r:id="rId7"/>
    </p:embeddedFont>
    <p:embeddedFont>
      <p:font typeface="Montserrat Light" panose="00000400000000000000" pitchFamily="50" charset="0"/>
      <p:regular r:id="rId8"/>
    </p:embeddedFont>
  </p:embeddedFontLst>
  <p:custDataLst>
    <p:tags r:id="rId9"/>
  </p:custDataLst>
  <p:defaultTextStyle>
    <a:defPPr>
      <a:defRPr lang="en-US"/>
    </a:defPPr>
    <a:lvl1pPr algn="l" rtl="0" fontAlgn="base">
      <a:spcBef>
        <a:spcPct val="0"/>
      </a:spcBef>
      <a:spcAft>
        <a:spcPct val="0"/>
      </a:spcAft>
      <a:defRPr sz="3800" kern="1200">
        <a:solidFill>
          <a:schemeClr val="tx1"/>
        </a:solidFill>
        <a:latin typeface="Arial" panose="020B0604020202020204"/>
        <a:ea typeface="+mn-ea"/>
        <a:cs typeface="+mn-cs"/>
      </a:defRPr>
    </a:lvl1pPr>
    <a:lvl2pPr marL="457200" algn="l" rtl="0" fontAlgn="base">
      <a:spcBef>
        <a:spcPct val="0"/>
      </a:spcBef>
      <a:spcAft>
        <a:spcPct val="0"/>
      </a:spcAft>
      <a:defRPr sz="3800" kern="1200">
        <a:solidFill>
          <a:schemeClr val="tx1"/>
        </a:solidFill>
        <a:latin typeface="Arial" panose="020B0604020202020204"/>
        <a:ea typeface="+mn-ea"/>
        <a:cs typeface="+mn-cs"/>
      </a:defRPr>
    </a:lvl2pPr>
    <a:lvl3pPr marL="914400" algn="l" rtl="0" fontAlgn="base">
      <a:spcBef>
        <a:spcPct val="0"/>
      </a:spcBef>
      <a:spcAft>
        <a:spcPct val="0"/>
      </a:spcAft>
      <a:defRPr sz="3800" kern="1200">
        <a:solidFill>
          <a:schemeClr val="tx1"/>
        </a:solidFill>
        <a:latin typeface="Arial" panose="020B0604020202020204"/>
        <a:ea typeface="+mn-ea"/>
        <a:cs typeface="+mn-cs"/>
      </a:defRPr>
    </a:lvl3pPr>
    <a:lvl4pPr marL="1371600" algn="l" rtl="0" fontAlgn="base">
      <a:spcBef>
        <a:spcPct val="0"/>
      </a:spcBef>
      <a:spcAft>
        <a:spcPct val="0"/>
      </a:spcAft>
      <a:defRPr sz="3800" kern="1200">
        <a:solidFill>
          <a:schemeClr val="tx1"/>
        </a:solidFill>
        <a:latin typeface="Arial" panose="020B0604020202020204"/>
        <a:ea typeface="+mn-ea"/>
        <a:cs typeface="+mn-cs"/>
      </a:defRPr>
    </a:lvl4pPr>
    <a:lvl5pPr marL="1828800" algn="l" rtl="0" fontAlgn="base">
      <a:spcBef>
        <a:spcPct val="0"/>
      </a:spcBef>
      <a:spcAft>
        <a:spcPct val="0"/>
      </a:spcAft>
      <a:defRPr sz="3800" kern="1200">
        <a:solidFill>
          <a:schemeClr val="tx1"/>
        </a:solidFill>
        <a:latin typeface="Arial" panose="020B0604020202020204"/>
        <a:ea typeface="+mn-ea"/>
        <a:cs typeface="+mn-cs"/>
      </a:defRPr>
    </a:lvl5pPr>
    <a:lvl6pPr marL="2286000" algn="l" defTabSz="914400" rtl="0" eaLnBrk="1" latinLnBrk="0" hangingPunct="1">
      <a:defRPr sz="3800" kern="1200">
        <a:solidFill>
          <a:schemeClr val="tx1"/>
        </a:solidFill>
        <a:latin typeface="Arial" panose="020B0604020202020204"/>
        <a:ea typeface="+mn-ea"/>
        <a:cs typeface="+mn-cs"/>
      </a:defRPr>
    </a:lvl6pPr>
    <a:lvl7pPr marL="2743200" algn="l" defTabSz="914400" rtl="0" eaLnBrk="1" latinLnBrk="0" hangingPunct="1">
      <a:defRPr sz="3800" kern="1200">
        <a:solidFill>
          <a:schemeClr val="tx1"/>
        </a:solidFill>
        <a:latin typeface="Arial" panose="020B0604020202020204"/>
        <a:ea typeface="+mn-ea"/>
        <a:cs typeface="+mn-cs"/>
      </a:defRPr>
    </a:lvl7pPr>
    <a:lvl8pPr marL="3200400" algn="l" defTabSz="914400" rtl="0" eaLnBrk="1" latinLnBrk="0" hangingPunct="1">
      <a:defRPr sz="3800" kern="1200">
        <a:solidFill>
          <a:schemeClr val="tx1"/>
        </a:solidFill>
        <a:latin typeface="Arial" panose="020B0604020202020204"/>
        <a:ea typeface="+mn-ea"/>
        <a:cs typeface="+mn-cs"/>
      </a:defRPr>
    </a:lvl8pPr>
    <a:lvl9pPr marL="3657600" algn="l" defTabSz="914400" rtl="0" eaLnBrk="1" latinLnBrk="0" hangingPunct="1">
      <a:defRPr sz="3800" kern="1200">
        <a:solidFill>
          <a:schemeClr val="tx1"/>
        </a:solidFill>
        <a:latin typeface="Arial" panose="020B0604020202020204"/>
        <a:ea typeface="+mn-ea"/>
        <a:cs typeface="+mn-cs"/>
      </a:defRPr>
    </a:lvl9pPr>
  </p:defaultTextStyle>
  <p:extLst>
    <p:ext uri="{EFAFB233-063F-42B5-8137-9DF3F51BA10A}">
      <p15:sldGuideLst xmlns:p15="http://schemas.microsoft.com/office/powerpoint/2012/main">
        <p15:guide id="1" orient="horz" pos="13833" userDrawn="1">
          <p15:clr>
            <a:srgbClr val="A4A3A4"/>
          </p15:clr>
        </p15:guide>
        <p15:guide id="2" pos="1036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620"/>
    <p:restoredTop sz="94660"/>
  </p:normalViewPr>
  <p:slideViewPr>
    <p:cSldViewPr showGuides="1">
      <p:cViewPr varScale="1">
        <p:scale>
          <a:sx n="20" d="100"/>
          <a:sy n="20" d="100"/>
        </p:scale>
        <p:origin x="3706" y="29"/>
      </p:cViewPr>
      <p:guideLst>
        <p:guide orient="horz" pos="13833"/>
        <p:guide pos="10368"/>
      </p:guideLst>
    </p:cSldViewPr>
  </p:slideViewPr>
  <p:notesTextViewPr>
    <p:cViewPr>
      <p:scale>
        <a:sx n="100" d="100"/>
        <a:sy n="100" d="100"/>
      </p:scale>
      <p:origin x="0" y="0"/>
    </p:cViewPr>
  </p:notesTextViewPr>
  <p:notesViewPr>
    <p:cSldViewPr>
      <p:cViewPr>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tags" Target="tags/tag1.xml"/><Relationship Id="rId8" Type="http://schemas.openxmlformats.org/officeDocument/2006/relationships/font" Target="fonts/font2.fntdata"/><Relationship Id="rId7" Type="http://schemas.openxmlformats.org/officeDocument/2006/relationships/font" Target="fonts/font1.fntdata"/><Relationship Id="rId6" Type="http://schemas.openxmlformats.org/officeDocument/2006/relationships/tableStyles" Target="tableStyles.xml"/><Relationship Id="rId5" Type="http://schemas.openxmlformats.org/officeDocument/2006/relationships/viewProps" Target="viewProps.xml"/><Relationship Id="rId4" Type="http://schemas.openxmlformats.org/officeDocument/2006/relationships/presProps" Target="presProps.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69356" y="13635568"/>
            <a:ext cx="27979688" cy="9406467"/>
          </a:xfrm>
        </p:spPr>
        <p:txBody>
          <a:bodyPr/>
          <a:lstStyle>
            <a:defPPr>
              <a:defRPr kern="1200"/>
            </a:defPPr>
          </a:lstStyle>
          <a:p>
            <a:r>
              <a:rPr lang="en-US"/>
              <a:t>Click to edit Master title style</a:t>
            </a:r>
            <a:endParaRPr lang="en-US"/>
          </a:p>
        </p:txBody>
      </p:sp>
      <p:sp>
        <p:nvSpPr>
          <p:cNvPr id="3" name="Subtitle 2"/>
          <p:cNvSpPr>
            <a:spLocks noGrp="1"/>
          </p:cNvSpPr>
          <p:nvPr>
            <p:ph type="subTitle" idx="1"/>
          </p:nvPr>
        </p:nvSpPr>
        <p:spPr>
          <a:xfrm>
            <a:off x="4937523" y="24870834"/>
            <a:ext cx="23043356" cy="11218333"/>
          </a:xfrm>
        </p:spPr>
        <p:txBody>
          <a:bodyPr/>
          <a:lstStyle>
            <a:defPPr>
              <a:defRPr kern="1200"/>
            </a:defPPr>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en-US"/>
              <a:t>Click to edit Master subtitle style</a:t>
            </a:r>
            <a:endParaRPr lang="en-US"/>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08DF5FCE-FDEA-4465-BCF6-C7F63911A9A6}" type="slidenum">
              <a:rPr lang="en-US"/>
            </a:fld>
            <a:endParaRPr 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endParaRPr lang="en-US"/>
          </a:p>
        </p:txBody>
      </p:sp>
      <p:sp>
        <p:nvSpPr>
          <p:cNvPr id="3" name="Content Placeholder 2"/>
          <p:cNvSpPr>
            <a:spLocks noGrp="1"/>
          </p:cNvSpPr>
          <p:nvPr>
            <p:ph idx="1"/>
          </p:nvPr>
        </p:nvSpPr>
        <p:spPr/>
        <p:txBody>
          <a:bodyPr/>
          <a:lstStyle>
            <a:defPPr>
              <a:defRPr kern="1200"/>
            </a:def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A43242BF-F4C0-49CF-80EA-38D6C064D587}" type="slidenum">
              <a:rPr lang="en-US"/>
            </a:fld>
            <a:endParaRPr 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00325" y="28204585"/>
            <a:ext cx="27980878" cy="8716433"/>
          </a:xfrm>
        </p:spPr>
        <p:txBody>
          <a:bodyPr anchor="t"/>
          <a:lstStyle>
            <a:defPPr>
              <a:defRPr kern="1200"/>
            </a:defPPr>
            <a:lvl1pPr algn="l">
              <a:defRPr sz="3000" b="1" cap="all"/>
            </a:lvl1pPr>
          </a:lstStyle>
          <a:p>
            <a:r>
              <a:rPr lang="en-US"/>
              <a:t>Click to edit Master title style</a:t>
            </a:r>
            <a:endParaRPr lang="en-US"/>
          </a:p>
        </p:txBody>
      </p:sp>
      <p:sp>
        <p:nvSpPr>
          <p:cNvPr id="3" name="Text Placeholder 2"/>
          <p:cNvSpPr>
            <a:spLocks noGrp="1"/>
          </p:cNvSpPr>
          <p:nvPr>
            <p:ph type="body" idx="1"/>
          </p:nvPr>
        </p:nvSpPr>
        <p:spPr>
          <a:xfrm>
            <a:off x="2600325" y="18603384"/>
            <a:ext cx="27980878" cy="9601200"/>
          </a:xfrm>
        </p:spPr>
        <p:txBody>
          <a:bodyPr anchor="b"/>
          <a:lstStyle>
            <a:defPPr>
              <a:defRPr kern="1200"/>
            </a:defPPr>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endParaRPr lang="en-US"/>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029423EF-61E0-492B-A58A-8462960B8BF6}" type="slidenum">
              <a:rPr lang="en-US"/>
            </a:fld>
            <a:endParaRPr 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endParaRPr lang="en-US"/>
          </a:p>
        </p:txBody>
      </p:sp>
      <p:sp>
        <p:nvSpPr>
          <p:cNvPr id="3" name="Content Placeholder 2"/>
          <p:cNvSpPr>
            <a:spLocks noGrp="1"/>
          </p:cNvSpPr>
          <p:nvPr>
            <p:ph sz="half" idx="1"/>
          </p:nvPr>
        </p:nvSpPr>
        <p:spPr>
          <a:xfrm>
            <a:off x="1645444" y="10240434"/>
            <a:ext cx="14756606" cy="28968700"/>
          </a:xfrm>
        </p:spPr>
        <p:txBody>
          <a:bodyPr/>
          <a:lstStyle>
            <a:defPPr>
              <a:defRPr kern="1200"/>
            </a:defPPr>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16516352" y="10240434"/>
            <a:ext cx="14756606" cy="28968700"/>
          </a:xfrm>
        </p:spPr>
        <p:txBody>
          <a:bodyPr/>
          <a:lstStyle>
            <a:defPPr>
              <a:defRPr kern="1200"/>
            </a:defPPr>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80F45B66-FD4B-43D3-97DD-29BBADAFE8FC}" type="slidenum">
              <a:rPr lang="en-US"/>
            </a:fld>
            <a:endParaRPr 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vl1pPr>
              <a:defRPr/>
            </a:lvl1pPr>
          </a:lstStyle>
          <a:p>
            <a:r>
              <a:rPr lang="en-US"/>
              <a:t>Click to edit Master title style</a:t>
            </a:r>
            <a:endParaRPr lang="en-US"/>
          </a:p>
        </p:txBody>
      </p:sp>
      <p:sp>
        <p:nvSpPr>
          <p:cNvPr id="3" name="Text Placeholder 2"/>
          <p:cNvSpPr>
            <a:spLocks noGrp="1"/>
          </p:cNvSpPr>
          <p:nvPr>
            <p:ph type="body" idx="1"/>
          </p:nvPr>
        </p:nvSpPr>
        <p:spPr>
          <a:xfrm>
            <a:off x="1645444" y="9825568"/>
            <a:ext cx="14544675" cy="4093633"/>
          </a:xfrm>
        </p:spPr>
        <p:txBody>
          <a:bodyPr anchor="b"/>
          <a:lstStyle>
            <a:defPPr>
              <a:defRPr kern="1200"/>
            </a:defPPr>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endParaRPr lang="en-US"/>
          </a:p>
        </p:txBody>
      </p:sp>
      <p:sp>
        <p:nvSpPr>
          <p:cNvPr id="4" name="Content Placeholder 3"/>
          <p:cNvSpPr>
            <a:spLocks noGrp="1"/>
          </p:cNvSpPr>
          <p:nvPr>
            <p:ph sz="half" idx="2"/>
          </p:nvPr>
        </p:nvSpPr>
        <p:spPr>
          <a:xfrm>
            <a:off x="1645444" y="13919200"/>
            <a:ext cx="14544675" cy="25287816"/>
          </a:xfrm>
        </p:spPr>
        <p:txBody>
          <a:bodyPr/>
          <a:lstStyle>
            <a:defPPr>
              <a:defRPr kern="1200"/>
            </a:defPPr>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16722328" y="9825568"/>
            <a:ext cx="14550630" cy="4093633"/>
          </a:xfrm>
        </p:spPr>
        <p:txBody>
          <a:bodyPr anchor="b"/>
          <a:lstStyle>
            <a:defPPr>
              <a:defRPr kern="1200"/>
            </a:defPPr>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endParaRPr lang="en-US"/>
          </a:p>
        </p:txBody>
      </p:sp>
      <p:sp>
        <p:nvSpPr>
          <p:cNvPr id="6" name="Content Placeholder 5"/>
          <p:cNvSpPr>
            <a:spLocks noGrp="1"/>
          </p:cNvSpPr>
          <p:nvPr>
            <p:ph sz="quarter" idx="4"/>
          </p:nvPr>
        </p:nvSpPr>
        <p:spPr>
          <a:xfrm>
            <a:off x="16722328" y="13919200"/>
            <a:ext cx="14550630" cy="25287816"/>
          </a:xfrm>
        </p:spPr>
        <p:txBody>
          <a:bodyPr/>
          <a:lstStyle>
            <a:defPPr>
              <a:defRPr kern="1200"/>
            </a:defPPr>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8"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9" name="Rectangle 6"/>
          <p:cNvSpPr>
            <a:spLocks noGrp="1" noChangeArrowheads="1"/>
          </p:cNvSpPr>
          <p:nvPr>
            <p:ph type="sldNum" sz="quarter" idx="12"/>
          </p:nvPr>
        </p:nvSpPr>
        <p:spPr/>
        <p:txBody>
          <a:bodyPr/>
          <a:lstStyle>
            <a:defPPr>
              <a:defRPr kern="1200"/>
            </a:defPPr>
            <a:lvl1pPr>
              <a:defRPr/>
            </a:lvl1pPr>
          </a:lstStyle>
          <a:p>
            <a:pPr>
              <a:defRPr/>
            </a:pPr>
            <a:fld id="{134DC469-4A79-40F8-9FD1-29BC04AA7011}" type="slidenum">
              <a:rPr lang="en-US"/>
            </a:fld>
            <a:endParaRPr 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endParaRPr lang="en-US"/>
          </a:p>
        </p:txBody>
      </p:sp>
      <p:sp>
        <p:nvSpPr>
          <p:cNvPr id="3"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4"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5" name="Rectangle 6"/>
          <p:cNvSpPr>
            <a:spLocks noGrp="1" noChangeArrowheads="1"/>
          </p:cNvSpPr>
          <p:nvPr>
            <p:ph type="sldNum" sz="quarter" idx="12"/>
          </p:nvPr>
        </p:nvSpPr>
        <p:spPr/>
        <p:txBody>
          <a:bodyPr/>
          <a:lstStyle>
            <a:defPPr>
              <a:defRPr kern="1200"/>
            </a:defPPr>
            <a:lvl1pPr>
              <a:defRPr/>
            </a:lvl1pPr>
          </a:lstStyle>
          <a:p>
            <a:pPr>
              <a:defRPr/>
            </a:pPr>
            <a:fld id="{E77ED9D9-385C-4EF3-825C-DD7EC451E098}" type="slidenum">
              <a:rPr lang="en-US"/>
            </a:fld>
            <a:endParaRPr 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3"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4" name="Rectangle 6"/>
          <p:cNvSpPr>
            <a:spLocks noGrp="1" noChangeArrowheads="1"/>
          </p:cNvSpPr>
          <p:nvPr>
            <p:ph type="sldNum" sz="quarter" idx="12"/>
          </p:nvPr>
        </p:nvSpPr>
        <p:spPr/>
        <p:txBody>
          <a:bodyPr/>
          <a:lstStyle>
            <a:defPPr>
              <a:defRPr kern="1200"/>
            </a:defPPr>
            <a:lvl1pPr>
              <a:defRPr/>
            </a:lvl1pPr>
          </a:lstStyle>
          <a:p>
            <a:pPr>
              <a:defRPr/>
            </a:pPr>
            <a:fld id="{6D843B82-F4E2-4569-B1E8-B9E053E8F458}" type="slidenum">
              <a:rPr lang="en-US"/>
            </a:fld>
            <a:endParaRPr 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45444" y="1748367"/>
            <a:ext cx="10829925" cy="7435851"/>
          </a:xfrm>
        </p:spPr>
        <p:txBody>
          <a:bodyPr anchor="b"/>
          <a:lstStyle>
            <a:defPPr>
              <a:defRPr kern="1200"/>
            </a:defPPr>
            <a:lvl1pPr algn="l">
              <a:defRPr sz="1500" b="1"/>
            </a:lvl1pPr>
          </a:lstStyle>
          <a:p>
            <a:r>
              <a:rPr lang="en-US"/>
              <a:t>Click to edit Master title style</a:t>
            </a:r>
            <a:endParaRPr lang="en-US"/>
          </a:p>
        </p:txBody>
      </p:sp>
      <p:sp>
        <p:nvSpPr>
          <p:cNvPr id="3" name="Content Placeholder 2"/>
          <p:cNvSpPr>
            <a:spLocks noGrp="1"/>
          </p:cNvSpPr>
          <p:nvPr>
            <p:ph idx="1"/>
          </p:nvPr>
        </p:nvSpPr>
        <p:spPr>
          <a:xfrm>
            <a:off x="12870656" y="1748367"/>
            <a:ext cx="18402300" cy="37458650"/>
          </a:xfrm>
        </p:spPr>
        <p:txBody>
          <a:bodyPr/>
          <a:lstStyle>
            <a:defPPr>
              <a:defRPr kern="1200"/>
            </a:defPPr>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1645444" y="9184217"/>
            <a:ext cx="10829925" cy="30022800"/>
          </a:xfrm>
        </p:spPr>
        <p:txBody>
          <a:bodyPr/>
          <a:lstStyle>
            <a:defPPr>
              <a:defRPr kern="1200"/>
            </a:defPPr>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endParaRPr lang="en-US"/>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63D2E94D-57D8-45DE-BBE8-59CBB7A5E382}" type="slidenum">
              <a:rPr lang="en-US"/>
            </a:fld>
            <a:endParaRPr 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51997" y="30723418"/>
            <a:ext cx="19751280" cy="3627967"/>
          </a:xfrm>
        </p:spPr>
        <p:txBody>
          <a:bodyPr anchor="b"/>
          <a:lstStyle>
            <a:defPPr>
              <a:defRPr kern="1200"/>
            </a:defPPr>
            <a:lvl1pPr algn="l">
              <a:defRPr sz="1500" b="1"/>
            </a:lvl1pPr>
          </a:lstStyle>
          <a:p>
            <a:r>
              <a:rPr lang="en-US"/>
              <a:t>Click to edit Master title style</a:t>
            </a:r>
            <a:endParaRPr lang="en-US"/>
          </a:p>
        </p:txBody>
      </p:sp>
      <p:sp>
        <p:nvSpPr>
          <p:cNvPr id="3" name="Picture Placeholder 2"/>
          <p:cNvSpPr>
            <a:spLocks noGrp="1"/>
          </p:cNvSpPr>
          <p:nvPr>
            <p:ph type="pic" idx="1"/>
          </p:nvPr>
        </p:nvSpPr>
        <p:spPr>
          <a:xfrm>
            <a:off x="6451997" y="3922184"/>
            <a:ext cx="19751280" cy="26333450"/>
          </a:xfrm>
        </p:spPr>
        <p:txBody>
          <a:bodyPr/>
          <a:lstStyle>
            <a:defPPr>
              <a:defRPr kern="1200"/>
            </a:defPPr>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US" noProof="0"/>
          </a:p>
        </p:txBody>
      </p:sp>
      <p:sp>
        <p:nvSpPr>
          <p:cNvPr id="4" name="Text Placeholder 3"/>
          <p:cNvSpPr>
            <a:spLocks noGrp="1"/>
          </p:cNvSpPr>
          <p:nvPr>
            <p:ph type="body" sz="half" idx="2"/>
          </p:nvPr>
        </p:nvSpPr>
        <p:spPr>
          <a:xfrm>
            <a:off x="6451997" y="34351385"/>
            <a:ext cx="19751280" cy="5149849"/>
          </a:xfrm>
        </p:spPr>
        <p:txBody>
          <a:bodyPr/>
          <a:lstStyle>
            <a:defPPr>
              <a:defRPr kern="1200"/>
            </a:defPPr>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endParaRPr lang="en-US"/>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01FD068A-1390-4726-BE45-AB18C473BC6F}" type="slidenum">
              <a:rPr lang="en-US"/>
            </a:fld>
            <a:endParaRPr 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defPPr>
              <a:defRPr kern="1200"/>
            </a:def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AE3CA81D-4204-48B1-A4D7-36EFD127B2F8}" type="slidenum">
              <a:rPr lang="en-US"/>
            </a:fld>
            <a:endParaRPr 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3866080" y="1756834"/>
            <a:ext cx="7406878" cy="37452300"/>
          </a:xfrm>
        </p:spPr>
        <p:txBody>
          <a:bodyPr vert="eaVert"/>
          <a:lstStyle>
            <a:defPPr>
              <a:defRPr kern="1200"/>
            </a:defPPr>
          </a:lstStyle>
          <a:p>
            <a:r>
              <a:rPr lang="en-US"/>
              <a:t>Click to edit Master title style</a:t>
            </a:r>
            <a:endParaRPr lang="en-US"/>
          </a:p>
        </p:txBody>
      </p:sp>
      <p:sp>
        <p:nvSpPr>
          <p:cNvPr id="3" name="Vertical Text Placeholder 2"/>
          <p:cNvSpPr>
            <a:spLocks noGrp="1"/>
          </p:cNvSpPr>
          <p:nvPr>
            <p:ph type="body" orient="vert" idx="1"/>
          </p:nvPr>
        </p:nvSpPr>
        <p:spPr>
          <a:xfrm>
            <a:off x="1645444" y="1756834"/>
            <a:ext cx="22106334" cy="37452300"/>
          </a:xfrm>
        </p:spPr>
        <p:txBody>
          <a:bodyPr vert="eaVert"/>
          <a:lstStyle>
            <a:defPPr>
              <a:defRPr kern="1200"/>
            </a:def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B1D08C6D-384C-4677-A8CE-0D580832C4AA}" type="slidenum">
              <a:rPr lang="en-US"/>
            </a:fld>
            <a:endParaRPr lang="en-US"/>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645444" y="1756833"/>
            <a:ext cx="29627512" cy="7315200"/>
          </a:xfrm>
        </p:spPr>
        <p:txBody>
          <a:bodyPr/>
          <a:lstStyle>
            <a:defPPr>
              <a:defRPr kern="1200"/>
            </a:defPPr>
          </a:lstStyle>
          <a:p>
            <a:r>
              <a:rPr lang="en-US"/>
              <a:t>Click to edit Master title style</a:t>
            </a:r>
            <a:endParaRPr lang="en-US"/>
          </a:p>
        </p:txBody>
      </p:sp>
      <p:sp>
        <p:nvSpPr>
          <p:cNvPr id="3" name="Text Placeholder 2"/>
          <p:cNvSpPr>
            <a:spLocks noGrp="1"/>
          </p:cNvSpPr>
          <p:nvPr>
            <p:ph type="body" sz="half" idx="1"/>
          </p:nvPr>
        </p:nvSpPr>
        <p:spPr>
          <a:xfrm>
            <a:off x="1645444" y="10240434"/>
            <a:ext cx="14756606" cy="28968700"/>
          </a:xfrm>
        </p:spPr>
        <p:txBody>
          <a:bodyPr/>
          <a:lstStyle>
            <a:defPPr>
              <a:defRPr kern="1200"/>
            </a:def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16516352" y="10240434"/>
            <a:ext cx="14756606" cy="28968700"/>
          </a:xfrm>
        </p:spPr>
        <p:txBody>
          <a:bodyPr/>
          <a:lstStyle>
            <a:defPPr>
              <a:defRPr kern="1200"/>
            </a:def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B947A3F5-B070-47AF-A223-F33332FE8B86}" type="slidenum">
              <a:rPr lang="en-US"/>
            </a:fld>
            <a:endParaRPr 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2.png"/><Relationship Id="rId13" Type="http://schemas.openxmlformats.org/officeDocument/2006/relationships/image" Target="../media/image1.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645444" y="1756833"/>
            <a:ext cx="29627512" cy="731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70254" tIns="235127" rIns="470254" bIns="235127" anchor="ctr" anchorCtr="0" compatLnSpc="1"/>
          <a:lstStyle>
            <a:defPPr>
              <a:defRPr kern="1200"/>
            </a:defPPr>
          </a:lstStyle>
          <a:p>
            <a:pPr lvl="0"/>
            <a:r>
              <a:rPr lang="en-US"/>
              <a:t>Click to edit Master title style</a:t>
            </a:r>
            <a:endParaRPr lang="en-US"/>
          </a:p>
        </p:txBody>
      </p:sp>
      <p:sp>
        <p:nvSpPr>
          <p:cNvPr id="1027" name="Rectangle 3"/>
          <p:cNvSpPr>
            <a:spLocks noGrp="1" noChangeArrowheads="1"/>
          </p:cNvSpPr>
          <p:nvPr>
            <p:ph type="body" idx="1"/>
          </p:nvPr>
        </p:nvSpPr>
        <p:spPr bwMode="auto">
          <a:xfrm>
            <a:off x="1645444" y="10240434"/>
            <a:ext cx="29627512" cy="2896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70254" tIns="235127" rIns="470254" bIns="235127" anchor="t" anchorCtr="0" compatLnSpc="1"/>
          <a:lstStyle>
            <a:defPPr>
              <a:defRPr kern="1200"/>
            </a:def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28" name="Rectangle 4"/>
          <p:cNvSpPr>
            <a:spLocks noGrp="1" noChangeArrowheads="1"/>
          </p:cNvSpPr>
          <p:nvPr>
            <p:ph type="dt" sz="half" idx="2"/>
          </p:nvPr>
        </p:nvSpPr>
        <p:spPr bwMode="auto">
          <a:xfrm>
            <a:off x="1645444" y="39971132"/>
            <a:ext cx="7681913" cy="3048000"/>
          </a:xfrm>
          <a:prstGeom prst="rect">
            <a:avLst/>
          </a:prstGeom>
          <a:noFill/>
          <a:ln>
            <a:noFill/>
          </a:ln>
        </p:spPr>
        <p:txBody>
          <a:bodyPr vert="horz" wrap="square" lIns="470254" tIns="235127" rIns="470254" bIns="235127" anchor="t" anchorCtr="0" compatLnSpc="1"/>
          <a:lstStyle>
            <a:defPPr>
              <a:defRPr kern="1200"/>
            </a:defPPr>
            <a:lvl1pPr>
              <a:defRPr sz="5325" smtClean="0">
                <a:latin typeface="Arial" panose="020B0604020202020204" pitchFamily="34" charset="0"/>
              </a:defRPr>
            </a:lvl1pPr>
          </a:lstStyle>
          <a:p>
            <a:pPr>
              <a:defRPr/>
            </a:pPr>
            <a:endParaRPr lang="en-US"/>
          </a:p>
        </p:txBody>
      </p:sp>
      <p:sp>
        <p:nvSpPr>
          <p:cNvPr id="1029" name="Rectangle 5"/>
          <p:cNvSpPr>
            <a:spLocks noGrp="1" noChangeArrowheads="1"/>
          </p:cNvSpPr>
          <p:nvPr>
            <p:ph type="ftr" sz="quarter" idx="3"/>
          </p:nvPr>
        </p:nvSpPr>
        <p:spPr bwMode="auto">
          <a:xfrm>
            <a:off x="11246644" y="39971132"/>
            <a:ext cx="10425113" cy="3048000"/>
          </a:xfrm>
          <a:prstGeom prst="rect">
            <a:avLst/>
          </a:prstGeom>
          <a:noFill/>
          <a:ln>
            <a:noFill/>
          </a:ln>
        </p:spPr>
        <p:txBody>
          <a:bodyPr vert="horz" wrap="square" lIns="470254" tIns="235127" rIns="470254" bIns="235127" anchor="t" anchorCtr="0" compatLnSpc="1"/>
          <a:lstStyle>
            <a:defPPr>
              <a:defRPr kern="1200"/>
            </a:defPPr>
            <a:lvl1pPr algn="ctr">
              <a:defRPr sz="5325" smtClean="0">
                <a:latin typeface="Arial" panose="020B0604020202020204" pitchFamily="34" charset="0"/>
              </a:defRPr>
            </a:lvl1pPr>
          </a:lstStyle>
          <a:p>
            <a:pPr>
              <a:defRPr/>
            </a:pPr>
            <a:endParaRPr lang="en-US"/>
          </a:p>
        </p:txBody>
      </p:sp>
      <p:sp>
        <p:nvSpPr>
          <p:cNvPr id="1030" name="Rectangle 6"/>
          <p:cNvSpPr>
            <a:spLocks noGrp="1" noChangeArrowheads="1"/>
          </p:cNvSpPr>
          <p:nvPr>
            <p:ph type="sldNum" sz="quarter" idx="4"/>
          </p:nvPr>
        </p:nvSpPr>
        <p:spPr bwMode="auto">
          <a:xfrm>
            <a:off x="23591044" y="39971132"/>
            <a:ext cx="7681913" cy="3048000"/>
          </a:xfrm>
          <a:prstGeom prst="rect">
            <a:avLst/>
          </a:prstGeom>
          <a:noFill/>
          <a:ln>
            <a:noFill/>
          </a:ln>
        </p:spPr>
        <p:txBody>
          <a:bodyPr vert="horz" wrap="square" lIns="470254" tIns="235127" rIns="470254" bIns="235127" anchor="t" anchorCtr="0" compatLnSpc="1"/>
          <a:lstStyle>
            <a:defPPr>
              <a:defRPr kern="1200"/>
            </a:defPPr>
            <a:lvl1pPr algn="r">
              <a:defRPr sz="5325" smtClean="0">
                <a:latin typeface="Arial" panose="020B0604020202020204" pitchFamily="34" charset="0"/>
              </a:defRPr>
            </a:lvl1pPr>
          </a:lstStyle>
          <a:p>
            <a:pPr>
              <a:defRPr/>
            </a:pPr>
            <a:fld id="{D74CA0E6-19C8-4E24-ACA2-24DF946E6C7E}" type="slidenum">
              <a:rPr lang="en-US"/>
            </a:fld>
            <a:endParaRPr lang="en-US"/>
          </a:p>
        </p:txBody>
      </p:sp>
      <p:pic>
        <p:nvPicPr>
          <p:cNvPr id="1031" name="New picture"/>
          <p:cNvPicPr/>
          <p:nvPr/>
        </p:nvPicPr>
        <p:blipFill>
          <a:blip r:embed="rId13"/>
          <a:stretch>
            <a:fillRect/>
          </a:stretch>
        </p:blipFill>
        <p:spPr>
          <a:xfrm rot="16200000">
            <a:off x="-11074400" y="21945600"/>
            <a:ext cx="14274800" cy="3937000"/>
          </a:xfrm>
          <a:prstGeom prst="rect">
            <a:avLst/>
          </a:prstGeom>
        </p:spPr>
      </p:pic>
      <p:pic>
        <p:nvPicPr>
          <p:cNvPr id="1032" name="New picture"/>
          <p:cNvPicPr/>
          <p:nvPr/>
        </p:nvPicPr>
        <p:blipFill>
          <a:blip r:embed="rId13"/>
          <a:stretch>
            <a:fillRect/>
          </a:stretch>
        </p:blipFill>
        <p:spPr>
          <a:xfrm rot="5400000">
            <a:off x="29718000" y="21945600"/>
            <a:ext cx="14274800" cy="3937000"/>
          </a:xfrm>
          <a:prstGeom prst="rect">
            <a:avLst/>
          </a:prstGeom>
        </p:spPr>
      </p:pic>
      <p:pic>
        <p:nvPicPr>
          <p:cNvPr id="1033" name="New picture"/>
          <p:cNvPicPr/>
          <p:nvPr/>
        </p:nvPicPr>
        <p:blipFill>
          <a:blip r:embed="rId14"/>
          <a:stretch>
            <a:fillRect/>
          </a:stretch>
        </p:blipFill>
        <p:spPr>
          <a:xfrm>
            <a:off x="1460500" y="44399200"/>
            <a:ext cx="29997400" cy="1447800"/>
          </a:xfrm>
          <a:prstGeom prst="rect">
            <a:avLst/>
          </a:prstGeom>
        </p:spPr>
      </p:pic>
      <p:sp>
        <p:nvSpPr>
          <p:cNvPr id="1034" name="New shape"/>
          <p:cNvSpPr/>
          <p:nvPr/>
        </p:nvSpPr>
        <p:spPr>
          <a:xfrm>
            <a:off x="1460500" y="44970700"/>
            <a:ext cx="16459200" cy="127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sz="4560">
                <a:solidFill>
                  <a:srgbClr val="808080"/>
                </a:solidFill>
              </a:rPr>
              <a:t>Template ID: intellectualsage  Size: 36x48</a:t>
            </a:r>
            <a:endParaRPr sz="4560">
              <a:solidFill>
                <a:srgbClr val="808080"/>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txStyles>
    <p:titleStyle>
      <a:defPPr>
        <a:defRPr kern="1200"/>
      </a:defPPr>
      <a:lvl1pPr algn="ctr" defTabSz="3528060" rtl="0" eaLnBrk="0" fontAlgn="base" hangingPunct="0">
        <a:spcBef>
          <a:spcPct val="0"/>
        </a:spcBef>
        <a:spcAft>
          <a:spcPct val="0"/>
        </a:spcAft>
        <a:defRPr sz="17025">
          <a:solidFill>
            <a:schemeClr val="tx2"/>
          </a:solidFill>
          <a:latin typeface="+mj-lt"/>
          <a:ea typeface="+mj-ea"/>
          <a:cs typeface="+mj-cs"/>
        </a:defRPr>
      </a:lvl1pPr>
      <a:lvl2pPr algn="ctr" defTabSz="3528060" rtl="0" eaLnBrk="0" fontAlgn="base" hangingPunct="0">
        <a:spcBef>
          <a:spcPct val="0"/>
        </a:spcBef>
        <a:spcAft>
          <a:spcPct val="0"/>
        </a:spcAft>
        <a:defRPr sz="17025">
          <a:solidFill>
            <a:schemeClr val="tx2"/>
          </a:solidFill>
          <a:latin typeface="Arial" panose="020B0604020202020204"/>
        </a:defRPr>
      </a:lvl2pPr>
      <a:lvl3pPr algn="ctr" defTabSz="3528060" rtl="0" eaLnBrk="0" fontAlgn="base" hangingPunct="0">
        <a:spcBef>
          <a:spcPct val="0"/>
        </a:spcBef>
        <a:spcAft>
          <a:spcPct val="0"/>
        </a:spcAft>
        <a:defRPr sz="17025">
          <a:solidFill>
            <a:schemeClr val="tx2"/>
          </a:solidFill>
          <a:latin typeface="Arial" panose="020B0604020202020204"/>
        </a:defRPr>
      </a:lvl3pPr>
      <a:lvl4pPr algn="ctr" defTabSz="3528060" rtl="0" eaLnBrk="0" fontAlgn="base" hangingPunct="0">
        <a:spcBef>
          <a:spcPct val="0"/>
        </a:spcBef>
        <a:spcAft>
          <a:spcPct val="0"/>
        </a:spcAft>
        <a:defRPr sz="17025">
          <a:solidFill>
            <a:schemeClr val="tx2"/>
          </a:solidFill>
          <a:latin typeface="Arial" panose="020B0604020202020204"/>
        </a:defRPr>
      </a:lvl4pPr>
      <a:lvl5pPr algn="ctr" defTabSz="3528060" rtl="0" eaLnBrk="0" fontAlgn="base" hangingPunct="0">
        <a:spcBef>
          <a:spcPct val="0"/>
        </a:spcBef>
        <a:spcAft>
          <a:spcPct val="0"/>
        </a:spcAft>
        <a:defRPr sz="17025">
          <a:solidFill>
            <a:schemeClr val="tx2"/>
          </a:solidFill>
          <a:latin typeface="Arial" panose="020B0604020202020204"/>
        </a:defRPr>
      </a:lvl5pPr>
      <a:lvl6pPr marL="342900" algn="ctr" defTabSz="3528060" rtl="0" fontAlgn="base">
        <a:spcBef>
          <a:spcPct val="0"/>
        </a:spcBef>
        <a:spcAft>
          <a:spcPct val="0"/>
        </a:spcAft>
        <a:defRPr sz="17025">
          <a:solidFill>
            <a:schemeClr val="tx2"/>
          </a:solidFill>
          <a:latin typeface="Arial" panose="020B0604020202020204"/>
        </a:defRPr>
      </a:lvl6pPr>
      <a:lvl7pPr marL="685800" algn="ctr" defTabSz="3528060" rtl="0" fontAlgn="base">
        <a:spcBef>
          <a:spcPct val="0"/>
        </a:spcBef>
        <a:spcAft>
          <a:spcPct val="0"/>
        </a:spcAft>
        <a:defRPr sz="17025">
          <a:solidFill>
            <a:schemeClr val="tx2"/>
          </a:solidFill>
          <a:latin typeface="Arial" panose="020B0604020202020204"/>
        </a:defRPr>
      </a:lvl7pPr>
      <a:lvl8pPr marL="1028700" algn="ctr" defTabSz="3528060" rtl="0" fontAlgn="base">
        <a:spcBef>
          <a:spcPct val="0"/>
        </a:spcBef>
        <a:spcAft>
          <a:spcPct val="0"/>
        </a:spcAft>
        <a:defRPr sz="17025">
          <a:solidFill>
            <a:schemeClr val="tx2"/>
          </a:solidFill>
          <a:latin typeface="Arial" panose="020B0604020202020204"/>
        </a:defRPr>
      </a:lvl8pPr>
      <a:lvl9pPr marL="1371600" algn="ctr" defTabSz="3528060" rtl="0" fontAlgn="base">
        <a:spcBef>
          <a:spcPct val="0"/>
        </a:spcBef>
        <a:spcAft>
          <a:spcPct val="0"/>
        </a:spcAft>
        <a:defRPr sz="17025">
          <a:solidFill>
            <a:schemeClr val="tx2"/>
          </a:solidFill>
          <a:latin typeface="Arial" panose="020B0604020202020204"/>
        </a:defRPr>
      </a:lvl9pPr>
    </p:titleStyle>
    <p:bodyStyle>
      <a:defPPr>
        <a:defRPr kern="1200"/>
      </a:defPPr>
      <a:lvl1pPr marL="1321435" indent="-1321435" algn="l" defTabSz="3528060" rtl="0" eaLnBrk="0" fontAlgn="base" hangingPunct="0">
        <a:spcBef>
          <a:spcPct val="20000"/>
        </a:spcBef>
        <a:spcAft>
          <a:spcPct val="0"/>
        </a:spcAft>
        <a:buChar char="•"/>
        <a:defRPr sz="12375">
          <a:solidFill>
            <a:schemeClr val="tx1"/>
          </a:solidFill>
          <a:latin typeface="+mn-lt"/>
          <a:ea typeface="+mn-ea"/>
          <a:cs typeface="+mn-cs"/>
        </a:defRPr>
      </a:lvl1pPr>
      <a:lvl2pPr marL="2867025" indent="-1103630" algn="l" defTabSz="3528060" rtl="0" eaLnBrk="0" fontAlgn="base" hangingPunct="0">
        <a:spcBef>
          <a:spcPct val="20000"/>
        </a:spcBef>
        <a:spcAft>
          <a:spcPct val="0"/>
        </a:spcAft>
        <a:buChar char="–"/>
        <a:defRPr sz="10800">
          <a:solidFill>
            <a:schemeClr val="tx1"/>
          </a:solidFill>
          <a:latin typeface="+mn-lt"/>
        </a:defRPr>
      </a:lvl2pPr>
      <a:lvl3pPr marL="4408805" indent="-881380" algn="l" defTabSz="3528060" rtl="0" eaLnBrk="0" fontAlgn="base" hangingPunct="0">
        <a:spcBef>
          <a:spcPct val="20000"/>
        </a:spcBef>
        <a:spcAft>
          <a:spcPct val="0"/>
        </a:spcAft>
        <a:buChar char="•"/>
        <a:defRPr sz="9300">
          <a:solidFill>
            <a:schemeClr val="tx1"/>
          </a:solidFill>
          <a:latin typeface="+mn-lt"/>
        </a:defRPr>
      </a:lvl3pPr>
      <a:lvl4pPr marL="6172200" indent="-881380" algn="l" defTabSz="3528060" rtl="0" eaLnBrk="0" fontAlgn="base" hangingPunct="0">
        <a:spcBef>
          <a:spcPct val="20000"/>
        </a:spcBef>
        <a:spcAft>
          <a:spcPct val="0"/>
        </a:spcAft>
        <a:buChar char="–"/>
        <a:defRPr sz="7725">
          <a:solidFill>
            <a:schemeClr val="tx1"/>
          </a:solidFill>
          <a:latin typeface="+mn-lt"/>
        </a:defRPr>
      </a:lvl4pPr>
      <a:lvl5pPr marL="7936865" indent="-882015" algn="l" defTabSz="3528060" rtl="0" eaLnBrk="0" fontAlgn="base" hangingPunct="0">
        <a:spcBef>
          <a:spcPct val="20000"/>
        </a:spcBef>
        <a:spcAft>
          <a:spcPct val="0"/>
        </a:spcAft>
        <a:buChar char="»"/>
        <a:defRPr sz="7725">
          <a:solidFill>
            <a:schemeClr val="tx1"/>
          </a:solidFill>
          <a:latin typeface="+mn-lt"/>
        </a:defRPr>
      </a:lvl5pPr>
      <a:lvl6pPr marL="8279765" indent="-882015" algn="l" defTabSz="3528060" rtl="0" fontAlgn="base">
        <a:spcBef>
          <a:spcPct val="20000"/>
        </a:spcBef>
        <a:spcAft>
          <a:spcPct val="0"/>
        </a:spcAft>
        <a:buChar char="»"/>
        <a:defRPr sz="7725">
          <a:solidFill>
            <a:schemeClr val="tx1"/>
          </a:solidFill>
          <a:latin typeface="+mn-lt"/>
        </a:defRPr>
      </a:lvl6pPr>
      <a:lvl7pPr marL="8622665" indent="-882015" algn="l" defTabSz="3528060" rtl="0" fontAlgn="base">
        <a:spcBef>
          <a:spcPct val="20000"/>
        </a:spcBef>
        <a:spcAft>
          <a:spcPct val="0"/>
        </a:spcAft>
        <a:buChar char="»"/>
        <a:defRPr sz="7725">
          <a:solidFill>
            <a:schemeClr val="tx1"/>
          </a:solidFill>
          <a:latin typeface="+mn-lt"/>
        </a:defRPr>
      </a:lvl7pPr>
      <a:lvl8pPr marL="8965565" indent="-882015" algn="l" defTabSz="3528060" rtl="0" fontAlgn="base">
        <a:spcBef>
          <a:spcPct val="20000"/>
        </a:spcBef>
        <a:spcAft>
          <a:spcPct val="0"/>
        </a:spcAft>
        <a:buChar char="»"/>
        <a:defRPr sz="7725">
          <a:solidFill>
            <a:schemeClr val="tx1"/>
          </a:solidFill>
          <a:latin typeface="+mn-lt"/>
        </a:defRPr>
      </a:lvl8pPr>
      <a:lvl9pPr marL="9308465" indent="-882015" algn="l" defTabSz="3528060" rtl="0" fontAlgn="base">
        <a:spcBef>
          <a:spcPct val="20000"/>
        </a:spcBef>
        <a:spcAft>
          <a:spcPct val="0"/>
        </a:spcAft>
        <a:buChar char="»"/>
        <a:defRPr sz="7725">
          <a:solidFill>
            <a:schemeClr val="tx1"/>
          </a:solidFill>
          <a:latin typeface="+mn-lt"/>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image" Target="../media/image6.jpeg"/><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image" Target="../media/image3.GIF"/></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0">
          <a:gsLst>
            <a:gs pos="0">
              <a:srgbClr val="BCDCDE"/>
            </a:gs>
            <a:gs pos="100000">
              <a:schemeClr val="bg1"/>
            </a:gs>
          </a:gsLst>
          <a:lin ang="5400000" scaled="1"/>
        </a:gradFill>
        <a:effectLst/>
      </p:bgPr>
    </p:bg>
    <p:spTree>
      <p:nvGrpSpPr>
        <p:cNvPr id="1" name=""/>
        <p:cNvGrpSpPr/>
        <p:nvPr/>
      </p:nvGrpSpPr>
      <p:grpSpPr>
        <a:xfrm>
          <a:off x="0" y="0"/>
          <a:ext cx="0" cy="0"/>
          <a:chOff x="0" y="0"/>
          <a:chExt cx="0" cy="0"/>
        </a:xfrm>
      </p:grpSpPr>
      <p:sp>
        <p:nvSpPr>
          <p:cNvPr id="19" name="Rectangle: Diagonal Corners Rounded 18"/>
          <p:cNvSpPr/>
          <p:nvPr/>
        </p:nvSpPr>
        <p:spPr bwMode="auto">
          <a:xfrm>
            <a:off x="514350" y="533400"/>
            <a:ext cx="31889700" cy="4700057"/>
          </a:xfrm>
          <a:prstGeom prst="round2DiagRect">
            <a:avLst/>
          </a:prstGeom>
          <a:solidFill>
            <a:srgbClr val="438086"/>
          </a:solidFill>
          <a:ln w="9525" cap="flat" cmpd="sng" algn="ctr">
            <a:noFill/>
            <a:prstDash val="solid"/>
            <a:round/>
            <a:headEnd type="none" w="med" len="med"/>
            <a:tailEnd type="none" w="med" len="med"/>
          </a:ln>
          <a:effectLst/>
        </p:spPr>
        <p:txBody>
          <a:bodyPr vert="horz" wrap="square" lIns="68580" tIns="34290" rIns="68580" bIns="34290" numCol="1" rtlCol="0" anchor="t" anchorCtr="0" compatLnSpc="1"/>
          <a:lstStyle/>
          <a:p>
            <a:pPr defTabSz="3528060"/>
            <a:endParaRPr lang="en-US" sz="2850">
              <a:latin typeface="Arial" panose="020B0604020202020204"/>
            </a:endParaRPr>
          </a:p>
        </p:txBody>
      </p:sp>
      <p:sp>
        <p:nvSpPr>
          <p:cNvPr id="20" name="Title 11"/>
          <p:cNvSpPr txBox="1"/>
          <p:nvPr/>
        </p:nvSpPr>
        <p:spPr>
          <a:xfrm>
            <a:off x="1028700" y="1118658"/>
            <a:ext cx="30861000" cy="2060201"/>
          </a:xfrm>
          <a:prstGeom prst="rect">
            <a:avLst/>
          </a:prstGeom>
        </p:spPr>
        <p:txBody>
          <a:bodyPr lIns="96012" tIns="48006" rIns="96012" bIns="48006"/>
          <a:lstStyle>
            <a:defPPr>
              <a:defRPr lang="en-US"/>
            </a:defPPr>
            <a:lvl1pPr marL="0" algn="l" defTabSz="4387850" rtl="0" eaLnBrk="1" latinLnBrk="0" hangingPunct="1">
              <a:defRPr sz="8700" kern="1200">
                <a:solidFill>
                  <a:schemeClr val="tx1"/>
                </a:solidFill>
                <a:latin typeface="+mn-lt"/>
                <a:ea typeface="+mn-ea"/>
                <a:cs typeface="+mn-cs"/>
              </a:defRPr>
            </a:lvl1pPr>
            <a:lvl2pPr marL="2193925" algn="l" defTabSz="4387850" rtl="0" eaLnBrk="1" latinLnBrk="0" hangingPunct="1">
              <a:defRPr sz="8700" kern="1200">
                <a:solidFill>
                  <a:schemeClr val="tx1"/>
                </a:solidFill>
                <a:latin typeface="+mn-lt"/>
                <a:ea typeface="+mn-ea"/>
                <a:cs typeface="+mn-cs"/>
              </a:defRPr>
            </a:lvl2pPr>
            <a:lvl3pPr marL="4387850" algn="l" defTabSz="4387850" rtl="0" eaLnBrk="1" latinLnBrk="0" hangingPunct="1">
              <a:defRPr sz="8700" kern="1200">
                <a:solidFill>
                  <a:schemeClr val="tx1"/>
                </a:solidFill>
                <a:latin typeface="+mn-lt"/>
                <a:ea typeface="+mn-ea"/>
                <a:cs typeface="+mn-cs"/>
              </a:defRPr>
            </a:lvl3pPr>
            <a:lvl4pPr marL="6582410" algn="l" defTabSz="4387850" rtl="0" eaLnBrk="1" latinLnBrk="0" hangingPunct="1">
              <a:defRPr sz="8700" kern="1200">
                <a:solidFill>
                  <a:schemeClr val="tx1"/>
                </a:solidFill>
                <a:latin typeface="+mn-lt"/>
                <a:ea typeface="+mn-ea"/>
                <a:cs typeface="+mn-cs"/>
              </a:defRPr>
            </a:lvl4pPr>
            <a:lvl5pPr marL="8776335" algn="l" defTabSz="4387850" rtl="0" eaLnBrk="1" latinLnBrk="0" hangingPunct="1">
              <a:defRPr sz="8700" kern="1200">
                <a:solidFill>
                  <a:schemeClr val="tx1"/>
                </a:solidFill>
                <a:latin typeface="+mn-lt"/>
                <a:ea typeface="+mn-ea"/>
                <a:cs typeface="+mn-cs"/>
              </a:defRPr>
            </a:lvl5pPr>
            <a:lvl6pPr marL="10970260" algn="l" defTabSz="4387850" rtl="0" eaLnBrk="1" latinLnBrk="0" hangingPunct="1">
              <a:defRPr sz="8700" kern="1200">
                <a:solidFill>
                  <a:schemeClr val="tx1"/>
                </a:solidFill>
                <a:latin typeface="+mn-lt"/>
                <a:ea typeface="+mn-ea"/>
                <a:cs typeface="+mn-cs"/>
              </a:defRPr>
            </a:lvl6pPr>
            <a:lvl7pPr marL="13164185" algn="l" defTabSz="4387850" rtl="0" eaLnBrk="1" latinLnBrk="0" hangingPunct="1">
              <a:defRPr sz="8700" kern="1200">
                <a:solidFill>
                  <a:schemeClr val="tx1"/>
                </a:solidFill>
                <a:latin typeface="+mn-lt"/>
                <a:ea typeface="+mn-ea"/>
                <a:cs typeface="+mn-cs"/>
              </a:defRPr>
            </a:lvl7pPr>
            <a:lvl8pPr marL="15358110" algn="l" defTabSz="4387850" rtl="0" eaLnBrk="1" latinLnBrk="0" hangingPunct="1">
              <a:defRPr sz="8700" kern="1200">
                <a:solidFill>
                  <a:schemeClr val="tx1"/>
                </a:solidFill>
                <a:latin typeface="+mn-lt"/>
                <a:ea typeface="+mn-ea"/>
                <a:cs typeface="+mn-cs"/>
              </a:defRPr>
            </a:lvl8pPr>
            <a:lvl9pPr marL="17552035" algn="l" defTabSz="4387850" rtl="0" eaLnBrk="1" latinLnBrk="0" hangingPunct="1">
              <a:defRPr sz="8700" kern="1200">
                <a:solidFill>
                  <a:schemeClr val="tx1"/>
                </a:solidFill>
                <a:latin typeface="+mn-lt"/>
                <a:ea typeface="+mn-ea"/>
                <a:cs typeface="+mn-cs"/>
              </a:defRPr>
            </a:lvl9pPr>
          </a:lstStyle>
          <a:p>
            <a:pPr algn="ctr"/>
            <a:r>
              <a:rPr lang="en-US" altLang="en-US" sz="6400" b="1" dirty="0">
                <a:solidFill>
                  <a:schemeClr val="bg1"/>
                </a:solidFill>
                <a:sym typeface="+mn-ea"/>
              </a:rPr>
              <a:t>AI-Powered Interactive Dress Designer App</a:t>
            </a:r>
            <a:endParaRPr lang="en-US" sz="6400">
              <a:solidFill>
                <a:schemeClr val="bg1"/>
              </a:solidFill>
              <a:latin typeface="Libre Baskerville" panose="02000000000000000000" pitchFamily="2" charset="0"/>
            </a:endParaRPr>
          </a:p>
        </p:txBody>
      </p:sp>
      <p:sp>
        <p:nvSpPr>
          <p:cNvPr id="21" name="Text Placeholder 16"/>
          <p:cNvSpPr txBox="1"/>
          <p:nvPr/>
        </p:nvSpPr>
        <p:spPr>
          <a:xfrm>
            <a:off x="1371600" y="2514624"/>
            <a:ext cx="30861000" cy="775946"/>
          </a:xfrm>
          <a:prstGeom prst="rect">
            <a:avLst/>
          </a:prstGeom>
        </p:spPr>
        <p:txBody>
          <a:bodyPr lIns="96012" tIns="48006" rIns="96012" bIns="48006"/>
          <a:lstStyle>
            <a:defPPr>
              <a:defRPr lang="en-US"/>
            </a:defPPr>
            <a:lvl1pPr marL="0" algn="l" defTabSz="4387850" rtl="0" eaLnBrk="1" latinLnBrk="0" hangingPunct="1">
              <a:defRPr sz="8700" kern="1200">
                <a:solidFill>
                  <a:schemeClr val="tx1"/>
                </a:solidFill>
                <a:latin typeface="+mn-lt"/>
                <a:ea typeface="+mn-ea"/>
                <a:cs typeface="+mn-cs"/>
              </a:defRPr>
            </a:lvl1pPr>
            <a:lvl2pPr marL="2193925" algn="l" defTabSz="4387850" rtl="0" eaLnBrk="1" latinLnBrk="0" hangingPunct="1">
              <a:defRPr sz="8700" kern="1200">
                <a:solidFill>
                  <a:schemeClr val="tx1"/>
                </a:solidFill>
                <a:latin typeface="+mn-lt"/>
                <a:ea typeface="+mn-ea"/>
                <a:cs typeface="+mn-cs"/>
              </a:defRPr>
            </a:lvl2pPr>
            <a:lvl3pPr marL="4387850" algn="l" defTabSz="4387850" rtl="0" eaLnBrk="1" latinLnBrk="0" hangingPunct="1">
              <a:defRPr sz="8700" kern="1200">
                <a:solidFill>
                  <a:schemeClr val="tx1"/>
                </a:solidFill>
                <a:latin typeface="+mn-lt"/>
                <a:ea typeface="+mn-ea"/>
                <a:cs typeface="+mn-cs"/>
              </a:defRPr>
            </a:lvl3pPr>
            <a:lvl4pPr marL="6582410" algn="l" defTabSz="4387850" rtl="0" eaLnBrk="1" latinLnBrk="0" hangingPunct="1">
              <a:defRPr sz="8700" kern="1200">
                <a:solidFill>
                  <a:schemeClr val="tx1"/>
                </a:solidFill>
                <a:latin typeface="+mn-lt"/>
                <a:ea typeface="+mn-ea"/>
                <a:cs typeface="+mn-cs"/>
              </a:defRPr>
            </a:lvl4pPr>
            <a:lvl5pPr marL="8776335" algn="l" defTabSz="4387850" rtl="0" eaLnBrk="1" latinLnBrk="0" hangingPunct="1">
              <a:defRPr sz="8700" kern="1200">
                <a:solidFill>
                  <a:schemeClr val="tx1"/>
                </a:solidFill>
                <a:latin typeface="+mn-lt"/>
                <a:ea typeface="+mn-ea"/>
                <a:cs typeface="+mn-cs"/>
              </a:defRPr>
            </a:lvl5pPr>
            <a:lvl6pPr marL="10970260" algn="l" defTabSz="4387850" rtl="0" eaLnBrk="1" latinLnBrk="0" hangingPunct="1">
              <a:defRPr sz="8700" kern="1200">
                <a:solidFill>
                  <a:schemeClr val="tx1"/>
                </a:solidFill>
                <a:latin typeface="+mn-lt"/>
                <a:ea typeface="+mn-ea"/>
                <a:cs typeface="+mn-cs"/>
              </a:defRPr>
            </a:lvl6pPr>
            <a:lvl7pPr marL="13164185" algn="l" defTabSz="4387850" rtl="0" eaLnBrk="1" latinLnBrk="0" hangingPunct="1">
              <a:defRPr sz="8700" kern="1200">
                <a:solidFill>
                  <a:schemeClr val="tx1"/>
                </a:solidFill>
                <a:latin typeface="+mn-lt"/>
                <a:ea typeface="+mn-ea"/>
                <a:cs typeface="+mn-cs"/>
              </a:defRPr>
            </a:lvl7pPr>
            <a:lvl8pPr marL="15358110" algn="l" defTabSz="4387850" rtl="0" eaLnBrk="1" latinLnBrk="0" hangingPunct="1">
              <a:defRPr sz="8700" kern="1200">
                <a:solidFill>
                  <a:schemeClr val="tx1"/>
                </a:solidFill>
                <a:latin typeface="+mn-lt"/>
                <a:ea typeface="+mn-ea"/>
                <a:cs typeface="+mn-cs"/>
              </a:defRPr>
            </a:lvl8pPr>
            <a:lvl9pPr marL="17552035" algn="l" defTabSz="4387850" rtl="0" eaLnBrk="1" latinLnBrk="0" hangingPunct="1">
              <a:defRPr sz="8700" kern="1200">
                <a:solidFill>
                  <a:schemeClr val="tx1"/>
                </a:solidFill>
                <a:latin typeface="+mn-lt"/>
                <a:ea typeface="+mn-ea"/>
                <a:cs typeface="+mn-cs"/>
              </a:defRPr>
            </a:lvl9pPr>
          </a:lstStyle>
          <a:p>
            <a:pPr algn="ctr"/>
            <a:r>
              <a:rPr lang="en-US" altLang="en-US" sz="4200" dirty="0">
                <a:solidFill>
                  <a:schemeClr val="bg1"/>
                </a:solidFill>
                <a:latin typeface="Times New Roman" panose="02020603050405020304" charset="0"/>
                <a:cs typeface="Times New Roman" panose="02020603050405020304" charset="0"/>
                <a:sym typeface="+mn-ea"/>
              </a:rPr>
              <a:t>  Md. Golam Rabbani </a:t>
            </a:r>
            <a:endParaRPr lang="en-US" altLang="en-US" sz="4200" dirty="0">
              <a:solidFill>
                <a:schemeClr val="bg1"/>
              </a:solidFill>
              <a:latin typeface="Times New Roman" panose="02020603050405020304" charset="0"/>
              <a:cs typeface="Times New Roman" panose="02020603050405020304" charset="0"/>
            </a:endParaRPr>
          </a:p>
          <a:p>
            <a:pPr algn="ctr"/>
            <a:r>
              <a:rPr lang="en-US" sz="4200">
                <a:solidFill>
                  <a:schemeClr val="bg1"/>
                </a:solidFill>
                <a:latin typeface="Montserrat Light" panose="00000400000000000000" pitchFamily="50" charset="0"/>
              </a:rPr>
              <a:t>Supervised by </a:t>
            </a:r>
            <a:r>
              <a:rPr lang="en-US" sz="4200">
                <a:solidFill>
                  <a:schemeClr val="bg1"/>
                </a:solidFill>
                <a:latin typeface="Montserrat Light" panose="00000400000000000000" pitchFamily="50" charset="0"/>
              </a:rPr>
              <a:t>Abdur Rab Dhruba</a:t>
            </a:r>
            <a:endParaRPr lang="en-US" sz="4200">
              <a:solidFill>
                <a:schemeClr val="bg1"/>
              </a:solidFill>
              <a:latin typeface="Montserrat Light" panose="00000400000000000000" pitchFamily="50" charset="0"/>
            </a:endParaRPr>
          </a:p>
          <a:p>
            <a:pPr algn="ctr"/>
            <a:r>
              <a:rPr lang="en-US" sz="4200">
                <a:solidFill>
                  <a:schemeClr val="bg1"/>
                </a:solidFill>
                <a:latin typeface="Montserrat Light" panose="00000400000000000000" pitchFamily="50" charset="0"/>
              </a:rPr>
              <a:t>Department of CSE &amp; CSIT, Shanto-Mariam University of Creative Technology</a:t>
            </a:r>
            <a:endParaRPr lang="en-US" sz="4200">
              <a:solidFill>
                <a:schemeClr val="bg1"/>
              </a:solidFill>
              <a:latin typeface="Montserrat Light" panose="00000400000000000000" pitchFamily="50" charset="0"/>
            </a:endParaRPr>
          </a:p>
        </p:txBody>
      </p:sp>
      <p:sp>
        <p:nvSpPr>
          <p:cNvPr id="22" name="TextBox 19"/>
          <p:cNvSpPr txBox="1">
            <a:spLocks noChangeArrowheads="1"/>
          </p:cNvSpPr>
          <p:nvPr/>
        </p:nvSpPr>
        <p:spPr bwMode="auto">
          <a:xfrm>
            <a:off x="514350" y="7467600"/>
            <a:ext cx="15393670" cy="7241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64" tIns="34282" rIns="68564" bIns="34282">
            <a:noAutofit/>
          </a:bodyPr>
          <a:lstStyle>
            <a:defPPr>
              <a:defRPr lang="en-US"/>
            </a:defPPr>
            <a:lvl1pPr algn="l" rtl="0" fontAlgn="base">
              <a:spcBef>
                <a:spcPct val="0"/>
              </a:spcBef>
              <a:spcAft>
                <a:spcPct val="0"/>
              </a:spcAft>
              <a:defRPr sz="3000" kern="1200">
                <a:solidFill>
                  <a:schemeClr val="tx1"/>
                </a:solidFill>
                <a:latin typeface="Arial" panose="020B0604020202020204"/>
                <a:ea typeface="+mn-ea"/>
                <a:cs typeface="+mn-cs"/>
              </a:defRPr>
            </a:lvl1pPr>
            <a:lvl2pPr marL="457200" algn="l" rtl="0" fontAlgn="base">
              <a:spcBef>
                <a:spcPct val="0"/>
              </a:spcBef>
              <a:spcAft>
                <a:spcPct val="0"/>
              </a:spcAft>
              <a:defRPr sz="3000" kern="1200">
                <a:solidFill>
                  <a:schemeClr val="tx1"/>
                </a:solidFill>
                <a:latin typeface="Arial" panose="020B0604020202020204"/>
                <a:ea typeface="+mn-ea"/>
                <a:cs typeface="+mn-cs"/>
              </a:defRPr>
            </a:lvl2pPr>
            <a:lvl3pPr marL="914400" algn="l" rtl="0" fontAlgn="base">
              <a:spcBef>
                <a:spcPct val="0"/>
              </a:spcBef>
              <a:spcAft>
                <a:spcPct val="0"/>
              </a:spcAft>
              <a:defRPr sz="3000" kern="1200">
                <a:solidFill>
                  <a:schemeClr val="tx1"/>
                </a:solidFill>
                <a:latin typeface="Arial" panose="020B0604020202020204"/>
                <a:ea typeface="+mn-ea"/>
                <a:cs typeface="+mn-cs"/>
              </a:defRPr>
            </a:lvl3pPr>
            <a:lvl4pPr marL="1371600" algn="l" rtl="0" fontAlgn="base">
              <a:spcBef>
                <a:spcPct val="0"/>
              </a:spcBef>
              <a:spcAft>
                <a:spcPct val="0"/>
              </a:spcAft>
              <a:defRPr sz="3000" kern="1200">
                <a:solidFill>
                  <a:schemeClr val="tx1"/>
                </a:solidFill>
                <a:latin typeface="Arial" panose="020B0604020202020204"/>
                <a:ea typeface="+mn-ea"/>
                <a:cs typeface="+mn-cs"/>
              </a:defRPr>
            </a:lvl4pPr>
            <a:lvl5pPr marL="1828800" algn="l" rtl="0" fontAlgn="base">
              <a:spcBef>
                <a:spcPct val="0"/>
              </a:spcBef>
              <a:spcAft>
                <a:spcPct val="0"/>
              </a:spcAft>
              <a:defRPr sz="3000" kern="1200">
                <a:solidFill>
                  <a:schemeClr val="tx1"/>
                </a:solidFill>
                <a:latin typeface="Arial" panose="020B0604020202020204"/>
                <a:ea typeface="+mn-ea"/>
                <a:cs typeface="+mn-cs"/>
              </a:defRPr>
            </a:lvl5pPr>
            <a:lvl6pPr marL="2286000" algn="l" defTabSz="914400" rtl="0" eaLnBrk="1" latinLnBrk="0" hangingPunct="1">
              <a:defRPr sz="3000" kern="1200">
                <a:solidFill>
                  <a:schemeClr val="tx1"/>
                </a:solidFill>
                <a:latin typeface="Arial" panose="020B0604020202020204"/>
                <a:ea typeface="+mn-ea"/>
                <a:cs typeface="+mn-cs"/>
              </a:defRPr>
            </a:lvl6pPr>
            <a:lvl7pPr marL="2743200" algn="l" defTabSz="914400" rtl="0" eaLnBrk="1" latinLnBrk="0" hangingPunct="1">
              <a:defRPr sz="3000" kern="1200">
                <a:solidFill>
                  <a:schemeClr val="tx1"/>
                </a:solidFill>
                <a:latin typeface="Arial" panose="020B0604020202020204"/>
                <a:ea typeface="+mn-ea"/>
                <a:cs typeface="+mn-cs"/>
              </a:defRPr>
            </a:lvl7pPr>
            <a:lvl8pPr marL="3200400" algn="l" defTabSz="914400" rtl="0" eaLnBrk="1" latinLnBrk="0" hangingPunct="1">
              <a:defRPr sz="3000" kern="1200">
                <a:solidFill>
                  <a:schemeClr val="tx1"/>
                </a:solidFill>
                <a:latin typeface="Arial" panose="020B0604020202020204"/>
                <a:ea typeface="+mn-ea"/>
                <a:cs typeface="+mn-cs"/>
              </a:defRPr>
            </a:lvl8pPr>
            <a:lvl9pPr marL="3657600" algn="l" defTabSz="914400" rtl="0" eaLnBrk="1" latinLnBrk="0" hangingPunct="1">
              <a:defRPr sz="3000" kern="1200">
                <a:solidFill>
                  <a:schemeClr val="tx1"/>
                </a:solidFill>
                <a:latin typeface="Arial" panose="020B0604020202020204"/>
                <a:ea typeface="+mn-ea"/>
                <a:cs typeface="+mn-cs"/>
              </a:defRPr>
            </a:lvl9pPr>
          </a:lstStyle>
          <a:p>
            <a:pPr algn="just">
              <a:lnSpc>
                <a:spcPct val="110000"/>
              </a:lnSpc>
            </a:pPr>
            <a:r>
              <a:rPr lang="en-US" altLang="en-US" sz="3800">
                <a:latin typeface="Times New Roman" panose="02020603050405020304" charset="0"/>
                <a:cs typeface="Times New Roman" panose="02020603050405020304" charset="0"/>
              </a:rPr>
              <a:t>Traditional fashion design is often manual, time-consuming, and inaccessible to non-professional users, leading to inefficiencies and material waste. This project proposes an AI-Powered Interactive Dress Designer Application that enables real-time generation and customization of garment designs. Users can modify attributes such as fabric, color, sleeves, and neckline through an intuitive interface. The system utilizes advanced generative models, including Conditional GANs and diffusion-based techniques, to support localized design modifications while maintaining structural feasibility. By bridging creative design and manufacturable output, the proposed solution enhances accessibility, reduces overproduction, and promotes sustainable practices in the fashion industry.</a:t>
            </a:r>
            <a:endParaRPr lang="en-US" altLang="en-US" sz="3800">
              <a:latin typeface="Times New Roman" panose="02020603050405020304" charset="0"/>
              <a:cs typeface="Times New Roman" panose="02020603050405020304" charset="0"/>
            </a:endParaRPr>
          </a:p>
        </p:txBody>
      </p:sp>
      <p:sp>
        <p:nvSpPr>
          <p:cNvPr id="23" name="Rectangle 22"/>
          <p:cNvSpPr>
            <a:spLocks noChangeArrowheads="1"/>
          </p:cNvSpPr>
          <p:nvPr/>
        </p:nvSpPr>
        <p:spPr bwMode="auto">
          <a:xfrm>
            <a:off x="514350" y="6076671"/>
            <a:ext cx="15393929" cy="822960"/>
          </a:xfrm>
          <a:prstGeom prst="rect">
            <a:avLst/>
          </a:prstGeom>
          <a:solidFill>
            <a:schemeClr val="accent2">
              <a:lumMod val="60000"/>
              <a:lumOff val="40000"/>
            </a:schemeClr>
          </a:solidFill>
          <a:ln w="12700">
            <a:noFill/>
            <a:miter lim="800000"/>
          </a:ln>
        </p:spPr>
        <p:txBody>
          <a:bodyPr wrap="none" lIns="205740" tIns="54864" rIns="205740" bIns="51422" anchor="ctr" anchorCtr="0"/>
          <a:lstStyle>
            <a:defPPr>
              <a:defRPr lang="en-US"/>
            </a:defPPr>
            <a:lvl1pPr algn="l" rtl="0" fontAlgn="base">
              <a:spcBef>
                <a:spcPct val="0"/>
              </a:spcBef>
              <a:spcAft>
                <a:spcPct val="0"/>
              </a:spcAft>
              <a:defRPr sz="3000" kern="1200">
                <a:solidFill>
                  <a:schemeClr val="tx1"/>
                </a:solidFill>
                <a:latin typeface="Arial" panose="020B0604020202020204"/>
                <a:ea typeface="+mn-ea"/>
                <a:cs typeface="+mn-cs"/>
              </a:defRPr>
            </a:lvl1pPr>
            <a:lvl2pPr marL="457200" algn="l" rtl="0" fontAlgn="base">
              <a:spcBef>
                <a:spcPct val="0"/>
              </a:spcBef>
              <a:spcAft>
                <a:spcPct val="0"/>
              </a:spcAft>
              <a:defRPr sz="3000" kern="1200">
                <a:solidFill>
                  <a:schemeClr val="tx1"/>
                </a:solidFill>
                <a:latin typeface="Arial" panose="020B0604020202020204"/>
                <a:ea typeface="+mn-ea"/>
                <a:cs typeface="+mn-cs"/>
              </a:defRPr>
            </a:lvl2pPr>
            <a:lvl3pPr marL="914400" algn="l" rtl="0" fontAlgn="base">
              <a:spcBef>
                <a:spcPct val="0"/>
              </a:spcBef>
              <a:spcAft>
                <a:spcPct val="0"/>
              </a:spcAft>
              <a:defRPr sz="3000" kern="1200">
                <a:solidFill>
                  <a:schemeClr val="tx1"/>
                </a:solidFill>
                <a:latin typeface="Arial" panose="020B0604020202020204"/>
                <a:ea typeface="+mn-ea"/>
                <a:cs typeface="+mn-cs"/>
              </a:defRPr>
            </a:lvl3pPr>
            <a:lvl4pPr marL="1371600" algn="l" rtl="0" fontAlgn="base">
              <a:spcBef>
                <a:spcPct val="0"/>
              </a:spcBef>
              <a:spcAft>
                <a:spcPct val="0"/>
              </a:spcAft>
              <a:defRPr sz="3000" kern="1200">
                <a:solidFill>
                  <a:schemeClr val="tx1"/>
                </a:solidFill>
                <a:latin typeface="Arial" panose="020B0604020202020204"/>
                <a:ea typeface="+mn-ea"/>
                <a:cs typeface="+mn-cs"/>
              </a:defRPr>
            </a:lvl4pPr>
            <a:lvl5pPr marL="1828800" algn="l" rtl="0" fontAlgn="base">
              <a:spcBef>
                <a:spcPct val="0"/>
              </a:spcBef>
              <a:spcAft>
                <a:spcPct val="0"/>
              </a:spcAft>
              <a:defRPr sz="3000" kern="1200">
                <a:solidFill>
                  <a:schemeClr val="tx1"/>
                </a:solidFill>
                <a:latin typeface="Arial" panose="020B0604020202020204"/>
                <a:ea typeface="+mn-ea"/>
                <a:cs typeface="+mn-cs"/>
              </a:defRPr>
            </a:lvl5pPr>
            <a:lvl6pPr marL="2286000" algn="l" defTabSz="914400" rtl="0" eaLnBrk="1" latinLnBrk="0" hangingPunct="1">
              <a:defRPr sz="3000" kern="1200">
                <a:solidFill>
                  <a:schemeClr val="tx1"/>
                </a:solidFill>
                <a:latin typeface="Arial" panose="020B0604020202020204"/>
                <a:ea typeface="+mn-ea"/>
                <a:cs typeface="+mn-cs"/>
              </a:defRPr>
            </a:lvl6pPr>
            <a:lvl7pPr marL="2743200" algn="l" defTabSz="914400" rtl="0" eaLnBrk="1" latinLnBrk="0" hangingPunct="1">
              <a:defRPr sz="3000" kern="1200">
                <a:solidFill>
                  <a:schemeClr val="tx1"/>
                </a:solidFill>
                <a:latin typeface="Arial" panose="020B0604020202020204"/>
                <a:ea typeface="+mn-ea"/>
                <a:cs typeface="+mn-cs"/>
              </a:defRPr>
            </a:lvl7pPr>
            <a:lvl8pPr marL="3200400" algn="l" defTabSz="914400" rtl="0" eaLnBrk="1" latinLnBrk="0" hangingPunct="1">
              <a:defRPr sz="3000" kern="1200">
                <a:solidFill>
                  <a:schemeClr val="tx1"/>
                </a:solidFill>
                <a:latin typeface="Arial" panose="020B0604020202020204"/>
                <a:ea typeface="+mn-ea"/>
                <a:cs typeface="+mn-cs"/>
              </a:defRPr>
            </a:lvl8pPr>
            <a:lvl9pPr marL="3657600" algn="l" defTabSz="914400" rtl="0" eaLnBrk="1" latinLnBrk="0" hangingPunct="1">
              <a:defRPr sz="3000" kern="1200">
                <a:solidFill>
                  <a:schemeClr val="tx1"/>
                </a:solidFill>
                <a:latin typeface="Arial" panose="020B0604020202020204"/>
                <a:ea typeface="+mn-ea"/>
                <a:cs typeface="+mn-cs"/>
              </a:defRPr>
            </a:lvl9pPr>
          </a:lstStyle>
          <a:p>
            <a:pPr defTabSz="3526790">
              <a:defRPr/>
            </a:pPr>
            <a:r>
              <a:rPr lang="en-US" sz="3600" b="1">
                <a:solidFill>
                  <a:schemeClr val="bg1"/>
                </a:solidFill>
                <a:latin typeface="Libre Baskerville" panose="02000000000000000000" pitchFamily="2" charset="0"/>
              </a:rPr>
              <a:t>Abstract</a:t>
            </a:r>
            <a:endParaRPr lang="en-US" sz="3600" b="1">
              <a:solidFill>
                <a:schemeClr val="bg1"/>
              </a:solidFill>
              <a:latin typeface="Libre Baskerville" panose="02000000000000000000" pitchFamily="2" charset="0"/>
            </a:endParaRPr>
          </a:p>
        </p:txBody>
      </p:sp>
      <p:sp>
        <p:nvSpPr>
          <p:cNvPr id="28" name="TextBox 19"/>
          <p:cNvSpPr txBox="1">
            <a:spLocks noChangeArrowheads="1"/>
          </p:cNvSpPr>
          <p:nvPr/>
        </p:nvSpPr>
        <p:spPr bwMode="auto">
          <a:xfrm>
            <a:off x="16783685" y="24155400"/>
            <a:ext cx="15393929" cy="328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64" tIns="34282" rIns="68564" bIns="34282">
            <a:spAutoFit/>
          </a:bodyPr>
          <a:lstStyle>
            <a:defPPr>
              <a:defRPr lang="en-US"/>
            </a:defPPr>
            <a:lvl1pPr algn="l" rtl="0" fontAlgn="base">
              <a:spcBef>
                <a:spcPct val="0"/>
              </a:spcBef>
              <a:spcAft>
                <a:spcPct val="0"/>
              </a:spcAft>
              <a:defRPr sz="3000" kern="1200">
                <a:solidFill>
                  <a:schemeClr val="tx1"/>
                </a:solidFill>
                <a:latin typeface="Arial" panose="020B0604020202020204"/>
                <a:ea typeface="+mn-ea"/>
                <a:cs typeface="+mn-cs"/>
              </a:defRPr>
            </a:lvl1pPr>
            <a:lvl2pPr marL="457200" algn="l" rtl="0" fontAlgn="base">
              <a:spcBef>
                <a:spcPct val="0"/>
              </a:spcBef>
              <a:spcAft>
                <a:spcPct val="0"/>
              </a:spcAft>
              <a:defRPr sz="3000" kern="1200">
                <a:solidFill>
                  <a:schemeClr val="tx1"/>
                </a:solidFill>
                <a:latin typeface="Arial" panose="020B0604020202020204"/>
                <a:ea typeface="+mn-ea"/>
                <a:cs typeface="+mn-cs"/>
              </a:defRPr>
            </a:lvl2pPr>
            <a:lvl3pPr marL="914400" algn="l" rtl="0" fontAlgn="base">
              <a:spcBef>
                <a:spcPct val="0"/>
              </a:spcBef>
              <a:spcAft>
                <a:spcPct val="0"/>
              </a:spcAft>
              <a:defRPr sz="3000" kern="1200">
                <a:solidFill>
                  <a:schemeClr val="tx1"/>
                </a:solidFill>
                <a:latin typeface="Arial" panose="020B0604020202020204"/>
                <a:ea typeface="+mn-ea"/>
                <a:cs typeface="+mn-cs"/>
              </a:defRPr>
            </a:lvl3pPr>
            <a:lvl4pPr marL="1371600" algn="l" rtl="0" fontAlgn="base">
              <a:spcBef>
                <a:spcPct val="0"/>
              </a:spcBef>
              <a:spcAft>
                <a:spcPct val="0"/>
              </a:spcAft>
              <a:defRPr sz="3000" kern="1200">
                <a:solidFill>
                  <a:schemeClr val="tx1"/>
                </a:solidFill>
                <a:latin typeface="Arial" panose="020B0604020202020204"/>
                <a:ea typeface="+mn-ea"/>
                <a:cs typeface="+mn-cs"/>
              </a:defRPr>
            </a:lvl4pPr>
            <a:lvl5pPr marL="1828800" algn="l" rtl="0" fontAlgn="base">
              <a:spcBef>
                <a:spcPct val="0"/>
              </a:spcBef>
              <a:spcAft>
                <a:spcPct val="0"/>
              </a:spcAft>
              <a:defRPr sz="3000" kern="1200">
                <a:solidFill>
                  <a:schemeClr val="tx1"/>
                </a:solidFill>
                <a:latin typeface="Arial" panose="020B0604020202020204"/>
                <a:ea typeface="+mn-ea"/>
                <a:cs typeface="+mn-cs"/>
              </a:defRPr>
            </a:lvl5pPr>
            <a:lvl6pPr marL="2286000" algn="l" defTabSz="914400" rtl="0" eaLnBrk="1" latinLnBrk="0" hangingPunct="1">
              <a:defRPr sz="3000" kern="1200">
                <a:solidFill>
                  <a:schemeClr val="tx1"/>
                </a:solidFill>
                <a:latin typeface="Arial" panose="020B0604020202020204"/>
                <a:ea typeface="+mn-ea"/>
                <a:cs typeface="+mn-cs"/>
              </a:defRPr>
            </a:lvl6pPr>
            <a:lvl7pPr marL="2743200" algn="l" defTabSz="914400" rtl="0" eaLnBrk="1" latinLnBrk="0" hangingPunct="1">
              <a:defRPr sz="3000" kern="1200">
                <a:solidFill>
                  <a:schemeClr val="tx1"/>
                </a:solidFill>
                <a:latin typeface="Arial" panose="020B0604020202020204"/>
                <a:ea typeface="+mn-ea"/>
                <a:cs typeface="+mn-cs"/>
              </a:defRPr>
            </a:lvl7pPr>
            <a:lvl8pPr marL="3200400" algn="l" defTabSz="914400" rtl="0" eaLnBrk="1" latinLnBrk="0" hangingPunct="1">
              <a:defRPr sz="3000" kern="1200">
                <a:solidFill>
                  <a:schemeClr val="tx1"/>
                </a:solidFill>
                <a:latin typeface="Arial" panose="020B0604020202020204"/>
                <a:ea typeface="+mn-ea"/>
                <a:cs typeface="+mn-cs"/>
              </a:defRPr>
            </a:lvl8pPr>
            <a:lvl9pPr marL="3657600" algn="l" defTabSz="914400" rtl="0" eaLnBrk="1" latinLnBrk="0" hangingPunct="1">
              <a:defRPr sz="3000" kern="1200">
                <a:solidFill>
                  <a:schemeClr val="tx1"/>
                </a:solidFill>
                <a:latin typeface="Arial" panose="020B0604020202020204"/>
                <a:ea typeface="+mn-ea"/>
                <a:cs typeface="+mn-cs"/>
              </a:defRPr>
            </a:lvl9pPr>
          </a:lstStyle>
          <a:p>
            <a:pPr algn="just">
              <a:lnSpc>
                <a:spcPct val="110000"/>
              </a:lnSpc>
            </a:pPr>
            <a:r>
              <a:rPr lang="en-US" altLang="en-US" sz="3800" b="1" dirty="0">
                <a:sym typeface="+mn-ea"/>
              </a:rPr>
              <a:t>● </a:t>
            </a:r>
            <a:r>
              <a:rPr lang="en-US" altLang="en-US" sz="3800">
                <a:latin typeface="Times New Roman" panose="02020603050405020304" charset="0"/>
                <a:cs typeface="Times New Roman" panose="02020603050405020304" charset="0"/>
              </a:rPr>
              <a:t>Real-time AI-generated dress designs</a:t>
            </a:r>
            <a:endParaRPr lang="en-US" altLang="en-US" sz="3800">
              <a:latin typeface="Times New Roman" panose="02020603050405020304" charset="0"/>
              <a:cs typeface="Times New Roman" panose="02020603050405020304" charset="0"/>
            </a:endParaRPr>
          </a:p>
          <a:p>
            <a:pPr algn="just">
              <a:lnSpc>
                <a:spcPct val="110000"/>
              </a:lnSpc>
            </a:pPr>
            <a:r>
              <a:rPr lang="en-US" altLang="en-US" sz="3800" b="1" dirty="0">
                <a:sym typeface="+mn-ea"/>
              </a:rPr>
              <a:t>● </a:t>
            </a:r>
            <a:r>
              <a:rPr lang="en-US" altLang="en-US" sz="3800">
                <a:latin typeface="Times New Roman" panose="02020603050405020304" charset="0"/>
                <a:cs typeface="Times New Roman" panose="02020603050405020304" charset="0"/>
              </a:rPr>
              <a:t>Faster design-to-production cycle</a:t>
            </a:r>
            <a:endParaRPr lang="en-US" altLang="en-US" sz="3800">
              <a:latin typeface="Times New Roman" panose="02020603050405020304" charset="0"/>
              <a:cs typeface="Times New Roman" panose="02020603050405020304" charset="0"/>
            </a:endParaRPr>
          </a:p>
          <a:p>
            <a:pPr algn="just">
              <a:lnSpc>
                <a:spcPct val="110000"/>
              </a:lnSpc>
            </a:pPr>
            <a:r>
              <a:rPr lang="en-US" altLang="en-US" sz="3800" b="1" dirty="0">
                <a:sym typeface="+mn-ea"/>
              </a:rPr>
              <a:t>● </a:t>
            </a:r>
            <a:r>
              <a:rPr lang="en-US" altLang="en-US" sz="3800">
                <a:latin typeface="Times New Roman" panose="02020603050405020304" charset="0"/>
                <a:cs typeface="Times New Roman" panose="02020603050405020304" charset="0"/>
              </a:rPr>
              <a:t>Improved communication between designers and manufacturers</a:t>
            </a:r>
            <a:endParaRPr lang="en-US" altLang="en-US" sz="3800">
              <a:latin typeface="Times New Roman" panose="02020603050405020304" charset="0"/>
              <a:cs typeface="Times New Roman" panose="02020603050405020304" charset="0"/>
            </a:endParaRPr>
          </a:p>
          <a:p>
            <a:pPr algn="just">
              <a:lnSpc>
                <a:spcPct val="110000"/>
              </a:lnSpc>
            </a:pPr>
            <a:r>
              <a:rPr lang="en-US" altLang="en-US" sz="3800" b="1" dirty="0">
                <a:sym typeface="+mn-ea"/>
              </a:rPr>
              <a:t>● </a:t>
            </a:r>
            <a:r>
              <a:rPr lang="en-US" altLang="en-US" sz="3800">
                <a:latin typeface="Times New Roman" panose="02020603050405020304" charset="0"/>
                <a:cs typeface="Times New Roman" panose="02020603050405020304" charset="0"/>
              </a:rPr>
              <a:t>Reduced overproduction and material waste</a:t>
            </a:r>
            <a:endParaRPr lang="en-US" altLang="en-US" sz="3800">
              <a:latin typeface="Times New Roman" panose="02020603050405020304" charset="0"/>
              <a:cs typeface="Times New Roman" panose="02020603050405020304" charset="0"/>
            </a:endParaRPr>
          </a:p>
          <a:p>
            <a:pPr algn="just">
              <a:lnSpc>
                <a:spcPct val="110000"/>
              </a:lnSpc>
            </a:pPr>
            <a:r>
              <a:rPr lang="en-US" altLang="en-US" sz="3800" b="1" dirty="0">
                <a:sym typeface="+mn-ea"/>
              </a:rPr>
              <a:t>● </a:t>
            </a:r>
            <a:r>
              <a:rPr lang="en-US" altLang="en-US" sz="3800">
                <a:latin typeface="Times New Roman" panose="02020603050405020304" charset="0"/>
                <a:cs typeface="Times New Roman" panose="02020603050405020304" charset="0"/>
              </a:rPr>
              <a:t>Enhanced user engagement and personalization</a:t>
            </a:r>
            <a:endParaRPr lang="en-US" altLang="en-US" sz="3800">
              <a:latin typeface="Times New Roman" panose="02020603050405020304" charset="0"/>
              <a:cs typeface="Times New Roman" panose="02020603050405020304" charset="0"/>
            </a:endParaRPr>
          </a:p>
        </p:txBody>
      </p:sp>
      <p:sp>
        <p:nvSpPr>
          <p:cNvPr id="29" name="Rectangle 28"/>
          <p:cNvSpPr>
            <a:spLocks noChangeArrowheads="1"/>
          </p:cNvSpPr>
          <p:nvPr/>
        </p:nvSpPr>
        <p:spPr bwMode="auto">
          <a:xfrm>
            <a:off x="16783685" y="22707321"/>
            <a:ext cx="15393929" cy="822960"/>
          </a:xfrm>
          <a:prstGeom prst="rect">
            <a:avLst/>
          </a:prstGeom>
          <a:solidFill>
            <a:schemeClr val="accent2">
              <a:lumMod val="60000"/>
              <a:lumOff val="40000"/>
            </a:schemeClr>
          </a:solidFill>
          <a:ln w="12700">
            <a:noFill/>
            <a:miter lim="800000"/>
          </a:ln>
        </p:spPr>
        <p:txBody>
          <a:bodyPr wrap="none" lIns="205740" tIns="54864" rIns="205740" bIns="51422" anchor="ctr" anchorCtr="0"/>
          <a:lstStyle>
            <a:defPPr>
              <a:defRPr lang="en-US"/>
            </a:defPPr>
            <a:lvl1pPr algn="l" rtl="0" fontAlgn="base">
              <a:spcBef>
                <a:spcPct val="0"/>
              </a:spcBef>
              <a:spcAft>
                <a:spcPct val="0"/>
              </a:spcAft>
              <a:defRPr sz="3000" kern="1200">
                <a:solidFill>
                  <a:schemeClr val="tx1"/>
                </a:solidFill>
                <a:latin typeface="Arial" panose="020B0604020202020204"/>
                <a:ea typeface="+mn-ea"/>
                <a:cs typeface="+mn-cs"/>
              </a:defRPr>
            </a:lvl1pPr>
            <a:lvl2pPr marL="457200" algn="l" rtl="0" fontAlgn="base">
              <a:spcBef>
                <a:spcPct val="0"/>
              </a:spcBef>
              <a:spcAft>
                <a:spcPct val="0"/>
              </a:spcAft>
              <a:defRPr sz="3000" kern="1200">
                <a:solidFill>
                  <a:schemeClr val="tx1"/>
                </a:solidFill>
                <a:latin typeface="Arial" panose="020B0604020202020204"/>
                <a:ea typeface="+mn-ea"/>
                <a:cs typeface="+mn-cs"/>
              </a:defRPr>
            </a:lvl2pPr>
            <a:lvl3pPr marL="914400" algn="l" rtl="0" fontAlgn="base">
              <a:spcBef>
                <a:spcPct val="0"/>
              </a:spcBef>
              <a:spcAft>
                <a:spcPct val="0"/>
              </a:spcAft>
              <a:defRPr sz="3000" kern="1200">
                <a:solidFill>
                  <a:schemeClr val="tx1"/>
                </a:solidFill>
                <a:latin typeface="Arial" panose="020B0604020202020204"/>
                <a:ea typeface="+mn-ea"/>
                <a:cs typeface="+mn-cs"/>
              </a:defRPr>
            </a:lvl3pPr>
            <a:lvl4pPr marL="1371600" algn="l" rtl="0" fontAlgn="base">
              <a:spcBef>
                <a:spcPct val="0"/>
              </a:spcBef>
              <a:spcAft>
                <a:spcPct val="0"/>
              </a:spcAft>
              <a:defRPr sz="3000" kern="1200">
                <a:solidFill>
                  <a:schemeClr val="tx1"/>
                </a:solidFill>
                <a:latin typeface="Arial" panose="020B0604020202020204"/>
                <a:ea typeface="+mn-ea"/>
                <a:cs typeface="+mn-cs"/>
              </a:defRPr>
            </a:lvl4pPr>
            <a:lvl5pPr marL="1828800" algn="l" rtl="0" fontAlgn="base">
              <a:spcBef>
                <a:spcPct val="0"/>
              </a:spcBef>
              <a:spcAft>
                <a:spcPct val="0"/>
              </a:spcAft>
              <a:defRPr sz="3000" kern="1200">
                <a:solidFill>
                  <a:schemeClr val="tx1"/>
                </a:solidFill>
                <a:latin typeface="Arial" panose="020B0604020202020204"/>
                <a:ea typeface="+mn-ea"/>
                <a:cs typeface="+mn-cs"/>
              </a:defRPr>
            </a:lvl5pPr>
            <a:lvl6pPr marL="2286000" algn="l" defTabSz="914400" rtl="0" eaLnBrk="1" latinLnBrk="0" hangingPunct="1">
              <a:defRPr sz="3000" kern="1200">
                <a:solidFill>
                  <a:schemeClr val="tx1"/>
                </a:solidFill>
                <a:latin typeface="Arial" panose="020B0604020202020204"/>
                <a:ea typeface="+mn-ea"/>
                <a:cs typeface="+mn-cs"/>
              </a:defRPr>
            </a:lvl6pPr>
            <a:lvl7pPr marL="2743200" algn="l" defTabSz="914400" rtl="0" eaLnBrk="1" latinLnBrk="0" hangingPunct="1">
              <a:defRPr sz="3000" kern="1200">
                <a:solidFill>
                  <a:schemeClr val="tx1"/>
                </a:solidFill>
                <a:latin typeface="Arial" panose="020B0604020202020204"/>
                <a:ea typeface="+mn-ea"/>
                <a:cs typeface="+mn-cs"/>
              </a:defRPr>
            </a:lvl7pPr>
            <a:lvl8pPr marL="3200400" algn="l" defTabSz="914400" rtl="0" eaLnBrk="1" latinLnBrk="0" hangingPunct="1">
              <a:defRPr sz="3000" kern="1200">
                <a:solidFill>
                  <a:schemeClr val="tx1"/>
                </a:solidFill>
                <a:latin typeface="Arial" panose="020B0604020202020204"/>
                <a:ea typeface="+mn-ea"/>
                <a:cs typeface="+mn-cs"/>
              </a:defRPr>
            </a:lvl8pPr>
            <a:lvl9pPr marL="3657600" algn="l" defTabSz="914400" rtl="0" eaLnBrk="1" latinLnBrk="0" hangingPunct="1">
              <a:defRPr sz="3000" kern="1200">
                <a:solidFill>
                  <a:schemeClr val="tx1"/>
                </a:solidFill>
                <a:latin typeface="Arial" panose="020B0604020202020204"/>
                <a:ea typeface="+mn-ea"/>
                <a:cs typeface="+mn-cs"/>
              </a:defRPr>
            </a:lvl9pPr>
          </a:lstStyle>
          <a:p>
            <a:pPr defTabSz="3526790">
              <a:defRPr/>
            </a:pPr>
            <a:r>
              <a:rPr lang="en-US" sz="3600" b="1">
                <a:solidFill>
                  <a:schemeClr val="bg1"/>
                </a:solidFill>
                <a:latin typeface="Libre Baskerville" panose="02000000000000000000" pitchFamily="2" charset="0"/>
              </a:rPr>
              <a:t>Results</a:t>
            </a:r>
            <a:endParaRPr lang="en-US" sz="3600" b="1">
              <a:solidFill>
                <a:schemeClr val="bg1"/>
              </a:solidFill>
              <a:latin typeface="Libre Baskerville" panose="02000000000000000000" pitchFamily="2" charset="0"/>
            </a:endParaRPr>
          </a:p>
        </p:txBody>
      </p:sp>
      <p:sp>
        <p:nvSpPr>
          <p:cNvPr id="30" name="TextBox 19"/>
          <p:cNvSpPr txBox="1">
            <a:spLocks noChangeArrowheads="1"/>
          </p:cNvSpPr>
          <p:nvPr/>
        </p:nvSpPr>
        <p:spPr bwMode="auto">
          <a:xfrm>
            <a:off x="514350" y="30618074"/>
            <a:ext cx="15393929" cy="3925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64" tIns="34282" rIns="68564" bIns="34282">
            <a:spAutoFit/>
          </a:bodyPr>
          <a:lstStyle>
            <a:defPPr>
              <a:defRPr lang="en-US"/>
            </a:defPPr>
            <a:lvl1pPr algn="l" rtl="0" fontAlgn="base">
              <a:spcBef>
                <a:spcPct val="0"/>
              </a:spcBef>
              <a:spcAft>
                <a:spcPct val="0"/>
              </a:spcAft>
              <a:defRPr sz="3000" kern="1200">
                <a:solidFill>
                  <a:schemeClr val="tx1"/>
                </a:solidFill>
                <a:latin typeface="Arial" panose="020B0604020202020204"/>
                <a:ea typeface="+mn-ea"/>
                <a:cs typeface="+mn-cs"/>
              </a:defRPr>
            </a:lvl1pPr>
            <a:lvl2pPr marL="457200" algn="l" rtl="0" fontAlgn="base">
              <a:spcBef>
                <a:spcPct val="0"/>
              </a:spcBef>
              <a:spcAft>
                <a:spcPct val="0"/>
              </a:spcAft>
              <a:defRPr sz="3000" kern="1200">
                <a:solidFill>
                  <a:schemeClr val="tx1"/>
                </a:solidFill>
                <a:latin typeface="Arial" panose="020B0604020202020204"/>
                <a:ea typeface="+mn-ea"/>
                <a:cs typeface="+mn-cs"/>
              </a:defRPr>
            </a:lvl2pPr>
            <a:lvl3pPr marL="914400" algn="l" rtl="0" fontAlgn="base">
              <a:spcBef>
                <a:spcPct val="0"/>
              </a:spcBef>
              <a:spcAft>
                <a:spcPct val="0"/>
              </a:spcAft>
              <a:defRPr sz="3000" kern="1200">
                <a:solidFill>
                  <a:schemeClr val="tx1"/>
                </a:solidFill>
                <a:latin typeface="Arial" panose="020B0604020202020204"/>
                <a:ea typeface="+mn-ea"/>
                <a:cs typeface="+mn-cs"/>
              </a:defRPr>
            </a:lvl3pPr>
            <a:lvl4pPr marL="1371600" algn="l" rtl="0" fontAlgn="base">
              <a:spcBef>
                <a:spcPct val="0"/>
              </a:spcBef>
              <a:spcAft>
                <a:spcPct val="0"/>
              </a:spcAft>
              <a:defRPr sz="3000" kern="1200">
                <a:solidFill>
                  <a:schemeClr val="tx1"/>
                </a:solidFill>
                <a:latin typeface="Arial" panose="020B0604020202020204"/>
                <a:ea typeface="+mn-ea"/>
                <a:cs typeface="+mn-cs"/>
              </a:defRPr>
            </a:lvl4pPr>
            <a:lvl5pPr marL="1828800" algn="l" rtl="0" fontAlgn="base">
              <a:spcBef>
                <a:spcPct val="0"/>
              </a:spcBef>
              <a:spcAft>
                <a:spcPct val="0"/>
              </a:spcAft>
              <a:defRPr sz="3000" kern="1200">
                <a:solidFill>
                  <a:schemeClr val="tx1"/>
                </a:solidFill>
                <a:latin typeface="Arial" panose="020B0604020202020204"/>
                <a:ea typeface="+mn-ea"/>
                <a:cs typeface="+mn-cs"/>
              </a:defRPr>
            </a:lvl5pPr>
            <a:lvl6pPr marL="2286000" algn="l" defTabSz="914400" rtl="0" eaLnBrk="1" latinLnBrk="0" hangingPunct="1">
              <a:defRPr sz="3000" kern="1200">
                <a:solidFill>
                  <a:schemeClr val="tx1"/>
                </a:solidFill>
                <a:latin typeface="Arial" panose="020B0604020202020204"/>
                <a:ea typeface="+mn-ea"/>
                <a:cs typeface="+mn-cs"/>
              </a:defRPr>
            </a:lvl6pPr>
            <a:lvl7pPr marL="2743200" algn="l" defTabSz="914400" rtl="0" eaLnBrk="1" latinLnBrk="0" hangingPunct="1">
              <a:defRPr sz="3000" kern="1200">
                <a:solidFill>
                  <a:schemeClr val="tx1"/>
                </a:solidFill>
                <a:latin typeface="Arial" panose="020B0604020202020204"/>
                <a:ea typeface="+mn-ea"/>
                <a:cs typeface="+mn-cs"/>
              </a:defRPr>
            </a:lvl7pPr>
            <a:lvl8pPr marL="3200400" algn="l" defTabSz="914400" rtl="0" eaLnBrk="1" latinLnBrk="0" hangingPunct="1">
              <a:defRPr sz="3000" kern="1200">
                <a:solidFill>
                  <a:schemeClr val="tx1"/>
                </a:solidFill>
                <a:latin typeface="Arial" panose="020B0604020202020204"/>
                <a:ea typeface="+mn-ea"/>
                <a:cs typeface="+mn-cs"/>
              </a:defRPr>
            </a:lvl8pPr>
            <a:lvl9pPr marL="3657600" algn="l" defTabSz="914400" rtl="0" eaLnBrk="1" latinLnBrk="0" hangingPunct="1">
              <a:defRPr sz="3000" kern="1200">
                <a:solidFill>
                  <a:schemeClr val="tx1"/>
                </a:solidFill>
                <a:latin typeface="Arial" panose="020B0604020202020204"/>
                <a:ea typeface="+mn-ea"/>
                <a:cs typeface="+mn-cs"/>
              </a:defRPr>
            </a:lvl9pPr>
          </a:lstStyle>
          <a:p>
            <a:pPr algn="just">
              <a:lnSpc>
                <a:spcPct val="110000"/>
              </a:lnSpc>
            </a:pPr>
            <a:r>
              <a:rPr lang="en-US" altLang="en-US" sz="3800" b="1">
                <a:latin typeface="Times New Roman" panose="02020603050405020304" charset="0"/>
                <a:cs typeface="Times New Roman" panose="02020603050405020304" charset="0"/>
              </a:rPr>
              <a:t>1.</a:t>
            </a:r>
            <a:r>
              <a:rPr lang="en-US" altLang="en-US" sz="3800">
                <a:latin typeface="Times New Roman" panose="02020603050405020304" charset="0"/>
                <a:cs typeface="Times New Roman" panose="02020603050405020304" charset="0"/>
              </a:rPr>
              <a:t> Existing AI fashion systems lack precise</a:t>
            </a:r>
            <a:r>
              <a:rPr lang="en-US" altLang="en-US" sz="3800" b="1">
                <a:latin typeface="Times New Roman" panose="02020603050405020304" charset="0"/>
                <a:cs typeface="Times New Roman" panose="02020603050405020304" charset="0"/>
              </a:rPr>
              <a:t> localized design modification</a:t>
            </a:r>
            <a:r>
              <a:rPr lang="en-US" altLang="en-US" sz="3800">
                <a:latin typeface="Times New Roman" panose="02020603050405020304" charset="0"/>
                <a:cs typeface="Times New Roman" panose="02020603050405020304" charset="0"/>
              </a:rPr>
              <a:t>, making it difficult to alter specific garment parts independently.</a:t>
            </a:r>
            <a:endParaRPr lang="en-US" altLang="en-US" sz="3800">
              <a:latin typeface="Times New Roman" panose="02020603050405020304" charset="0"/>
              <a:cs typeface="Times New Roman" panose="02020603050405020304" charset="0"/>
            </a:endParaRPr>
          </a:p>
          <a:p>
            <a:pPr algn="just">
              <a:lnSpc>
                <a:spcPct val="110000"/>
              </a:lnSpc>
            </a:pPr>
            <a:r>
              <a:rPr lang="en-US" altLang="en-US" sz="3800" b="1">
                <a:latin typeface="Times New Roman" panose="02020603050405020304" charset="0"/>
                <a:cs typeface="Times New Roman" panose="02020603050405020304" charset="0"/>
              </a:rPr>
              <a:t>2. </a:t>
            </a:r>
            <a:r>
              <a:rPr lang="en-US" altLang="en-US" sz="3800">
                <a:latin typeface="Times New Roman" panose="02020603050405020304" charset="0"/>
                <a:cs typeface="Times New Roman" panose="02020603050405020304" charset="0"/>
              </a:rPr>
              <a:t>There is a significant gap between </a:t>
            </a:r>
            <a:r>
              <a:rPr lang="en-US" altLang="en-US" sz="3800" b="1">
                <a:latin typeface="Times New Roman" panose="02020603050405020304" charset="0"/>
                <a:cs typeface="Times New Roman" panose="02020603050405020304" charset="0"/>
              </a:rPr>
              <a:t>AI-generated visual designs and production-ready</a:t>
            </a:r>
            <a:r>
              <a:rPr lang="en-US" altLang="en-US" sz="3800">
                <a:latin typeface="Times New Roman" panose="02020603050405020304" charset="0"/>
                <a:cs typeface="Times New Roman" panose="02020603050405020304" charset="0"/>
              </a:rPr>
              <a:t>, sewable garments.</a:t>
            </a:r>
            <a:endParaRPr lang="en-US" altLang="en-US" sz="3800">
              <a:latin typeface="Times New Roman" panose="02020603050405020304" charset="0"/>
              <a:cs typeface="Times New Roman" panose="02020603050405020304" charset="0"/>
            </a:endParaRPr>
          </a:p>
          <a:p>
            <a:pPr algn="just">
              <a:lnSpc>
                <a:spcPct val="110000"/>
              </a:lnSpc>
            </a:pPr>
            <a:r>
              <a:rPr lang="en-US" altLang="en-US" sz="3800" b="1">
                <a:latin typeface="Times New Roman" panose="02020603050405020304" charset="0"/>
                <a:cs typeface="Times New Roman" panose="02020603050405020304" charset="0"/>
              </a:rPr>
              <a:t>3.</a:t>
            </a:r>
            <a:r>
              <a:rPr lang="en-US" altLang="en-US" sz="3800">
                <a:latin typeface="Times New Roman" panose="02020603050405020304" charset="0"/>
                <a:cs typeface="Times New Roman" panose="02020603050405020304" charset="0"/>
              </a:rPr>
              <a:t> Most platforms do not provide</a:t>
            </a:r>
            <a:r>
              <a:rPr lang="en-US" altLang="en-US" sz="3800" b="1">
                <a:latin typeface="Times New Roman" panose="02020603050405020304" charset="0"/>
                <a:cs typeface="Times New Roman" panose="02020603050405020304" charset="0"/>
              </a:rPr>
              <a:t> intelligent fashion guidance</a:t>
            </a:r>
            <a:r>
              <a:rPr lang="en-US" altLang="en-US" sz="3800">
                <a:latin typeface="Times New Roman" panose="02020603050405020304" charset="0"/>
                <a:cs typeface="Times New Roman" panose="02020603050405020304" charset="0"/>
              </a:rPr>
              <a:t> to assist users in selecting suitable fabrics, colors, and styles.</a:t>
            </a:r>
            <a:endParaRPr lang="en-US" altLang="en-US" sz="3800">
              <a:latin typeface="Times New Roman" panose="02020603050405020304" charset="0"/>
              <a:cs typeface="Times New Roman" panose="02020603050405020304" charset="0"/>
            </a:endParaRPr>
          </a:p>
        </p:txBody>
      </p:sp>
      <p:sp>
        <p:nvSpPr>
          <p:cNvPr id="31" name="Rectangle 30"/>
          <p:cNvSpPr>
            <a:spLocks noChangeArrowheads="1"/>
          </p:cNvSpPr>
          <p:nvPr/>
        </p:nvSpPr>
        <p:spPr bwMode="auto">
          <a:xfrm>
            <a:off x="514350" y="29210000"/>
            <a:ext cx="15393929" cy="822960"/>
          </a:xfrm>
          <a:prstGeom prst="rect">
            <a:avLst/>
          </a:prstGeom>
          <a:solidFill>
            <a:schemeClr val="accent2">
              <a:lumMod val="60000"/>
              <a:lumOff val="40000"/>
            </a:schemeClr>
          </a:solidFill>
          <a:ln w="12700">
            <a:noFill/>
            <a:miter lim="800000"/>
          </a:ln>
        </p:spPr>
        <p:txBody>
          <a:bodyPr wrap="none" lIns="205740" tIns="54864" rIns="205740" bIns="51422" anchor="ctr" anchorCtr="0"/>
          <a:lstStyle>
            <a:defPPr>
              <a:defRPr lang="en-US"/>
            </a:defPPr>
            <a:lvl1pPr algn="l" rtl="0" fontAlgn="base">
              <a:spcBef>
                <a:spcPct val="0"/>
              </a:spcBef>
              <a:spcAft>
                <a:spcPct val="0"/>
              </a:spcAft>
              <a:defRPr sz="3000" kern="1200">
                <a:solidFill>
                  <a:schemeClr val="tx1"/>
                </a:solidFill>
                <a:latin typeface="Arial" panose="020B0604020202020204"/>
                <a:ea typeface="+mn-ea"/>
                <a:cs typeface="+mn-cs"/>
              </a:defRPr>
            </a:lvl1pPr>
            <a:lvl2pPr marL="457200" algn="l" rtl="0" fontAlgn="base">
              <a:spcBef>
                <a:spcPct val="0"/>
              </a:spcBef>
              <a:spcAft>
                <a:spcPct val="0"/>
              </a:spcAft>
              <a:defRPr sz="3000" kern="1200">
                <a:solidFill>
                  <a:schemeClr val="tx1"/>
                </a:solidFill>
                <a:latin typeface="Arial" panose="020B0604020202020204"/>
                <a:ea typeface="+mn-ea"/>
                <a:cs typeface="+mn-cs"/>
              </a:defRPr>
            </a:lvl2pPr>
            <a:lvl3pPr marL="914400" algn="l" rtl="0" fontAlgn="base">
              <a:spcBef>
                <a:spcPct val="0"/>
              </a:spcBef>
              <a:spcAft>
                <a:spcPct val="0"/>
              </a:spcAft>
              <a:defRPr sz="3000" kern="1200">
                <a:solidFill>
                  <a:schemeClr val="tx1"/>
                </a:solidFill>
                <a:latin typeface="Arial" panose="020B0604020202020204"/>
                <a:ea typeface="+mn-ea"/>
                <a:cs typeface="+mn-cs"/>
              </a:defRPr>
            </a:lvl3pPr>
            <a:lvl4pPr marL="1371600" algn="l" rtl="0" fontAlgn="base">
              <a:spcBef>
                <a:spcPct val="0"/>
              </a:spcBef>
              <a:spcAft>
                <a:spcPct val="0"/>
              </a:spcAft>
              <a:defRPr sz="3000" kern="1200">
                <a:solidFill>
                  <a:schemeClr val="tx1"/>
                </a:solidFill>
                <a:latin typeface="Arial" panose="020B0604020202020204"/>
                <a:ea typeface="+mn-ea"/>
                <a:cs typeface="+mn-cs"/>
              </a:defRPr>
            </a:lvl4pPr>
            <a:lvl5pPr marL="1828800" algn="l" rtl="0" fontAlgn="base">
              <a:spcBef>
                <a:spcPct val="0"/>
              </a:spcBef>
              <a:spcAft>
                <a:spcPct val="0"/>
              </a:spcAft>
              <a:defRPr sz="3000" kern="1200">
                <a:solidFill>
                  <a:schemeClr val="tx1"/>
                </a:solidFill>
                <a:latin typeface="Arial" panose="020B0604020202020204"/>
                <a:ea typeface="+mn-ea"/>
                <a:cs typeface="+mn-cs"/>
              </a:defRPr>
            </a:lvl5pPr>
            <a:lvl6pPr marL="2286000" algn="l" defTabSz="914400" rtl="0" eaLnBrk="1" latinLnBrk="0" hangingPunct="1">
              <a:defRPr sz="3000" kern="1200">
                <a:solidFill>
                  <a:schemeClr val="tx1"/>
                </a:solidFill>
                <a:latin typeface="Arial" panose="020B0604020202020204"/>
                <a:ea typeface="+mn-ea"/>
                <a:cs typeface="+mn-cs"/>
              </a:defRPr>
            </a:lvl6pPr>
            <a:lvl7pPr marL="2743200" algn="l" defTabSz="914400" rtl="0" eaLnBrk="1" latinLnBrk="0" hangingPunct="1">
              <a:defRPr sz="3000" kern="1200">
                <a:solidFill>
                  <a:schemeClr val="tx1"/>
                </a:solidFill>
                <a:latin typeface="Arial" panose="020B0604020202020204"/>
                <a:ea typeface="+mn-ea"/>
                <a:cs typeface="+mn-cs"/>
              </a:defRPr>
            </a:lvl7pPr>
            <a:lvl8pPr marL="3200400" algn="l" defTabSz="914400" rtl="0" eaLnBrk="1" latinLnBrk="0" hangingPunct="1">
              <a:defRPr sz="3000" kern="1200">
                <a:solidFill>
                  <a:schemeClr val="tx1"/>
                </a:solidFill>
                <a:latin typeface="Arial" panose="020B0604020202020204"/>
                <a:ea typeface="+mn-ea"/>
                <a:cs typeface="+mn-cs"/>
              </a:defRPr>
            </a:lvl8pPr>
            <a:lvl9pPr marL="3657600" algn="l" defTabSz="914400" rtl="0" eaLnBrk="1" latinLnBrk="0" hangingPunct="1">
              <a:defRPr sz="3000" kern="1200">
                <a:solidFill>
                  <a:schemeClr val="tx1"/>
                </a:solidFill>
                <a:latin typeface="Arial" panose="020B0604020202020204"/>
                <a:ea typeface="+mn-ea"/>
                <a:cs typeface="+mn-cs"/>
              </a:defRPr>
            </a:lvl9pPr>
          </a:lstStyle>
          <a:p>
            <a:pPr defTabSz="3526790">
              <a:defRPr/>
            </a:pPr>
            <a:r>
              <a:rPr lang="en-US" sz="3600" b="1">
                <a:solidFill>
                  <a:schemeClr val="bg1"/>
                </a:solidFill>
                <a:latin typeface="Libre Baskerville" panose="02000000000000000000" pitchFamily="2" charset="0"/>
              </a:rPr>
              <a:t>Research Gap</a:t>
            </a:r>
            <a:endParaRPr lang="en-US" sz="3600" b="1">
              <a:solidFill>
                <a:schemeClr val="bg1"/>
              </a:solidFill>
              <a:latin typeface="Libre Baskerville" panose="02000000000000000000" pitchFamily="2" charset="0"/>
            </a:endParaRPr>
          </a:p>
        </p:txBody>
      </p:sp>
      <p:sp>
        <p:nvSpPr>
          <p:cNvPr id="32" name="TextBox 19"/>
          <p:cNvSpPr txBox="1">
            <a:spLocks noChangeArrowheads="1"/>
          </p:cNvSpPr>
          <p:nvPr/>
        </p:nvSpPr>
        <p:spPr bwMode="auto">
          <a:xfrm>
            <a:off x="16783685" y="39200455"/>
            <a:ext cx="15393670" cy="4729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64" tIns="34282" rIns="68564" bIns="34282">
            <a:noAutofit/>
          </a:bodyPr>
          <a:lstStyle>
            <a:defPPr>
              <a:defRPr lang="en-US"/>
            </a:defPPr>
            <a:lvl1pPr algn="l" rtl="0" fontAlgn="base">
              <a:spcBef>
                <a:spcPct val="0"/>
              </a:spcBef>
              <a:spcAft>
                <a:spcPct val="0"/>
              </a:spcAft>
              <a:defRPr sz="3000" kern="1200">
                <a:solidFill>
                  <a:schemeClr val="tx1"/>
                </a:solidFill>
                <a:latin typeface="Arial" panose="020B0604020202020204"/>
                <a:ea typeface="+mn-ea"/>
                <a:cs typeface="+mn-cs"/>
              </a:defRPr>
            </a:lvl1pPr>
            <a:lvl2pPr marL="457200" algn="l" rtl="0" fontAlgn="base">
              <a:spcBef>
                <a:spcPct val="0"/>
              </a:spcBef>
              <a:spcAft>
                <a:spcPct val="0"/>
              </a:spcAft>
              <a:defRPr sz="3000" kern="1200">
                <a:solidFill>
                  <a:schemeClr val="tx1"/>
                </a:solidFill>
                <a:latin typeface="Arial" panose="020B0604020202020204"/>
                <a:ea typeface="+mn-ea"/>
                <a:cs typeface="+mn-cs"/>
              </a:defRPr>
            </a:lvl2pPr>
            <a:lvl3pPr marL="914400" algn="l" rtl="0" fontAlgn="base">
              <a:spcBef>
                <a:spcPct val="0"/>
              </a:spcBef>
              <a:spcAft>
                <a:spcPct val="0"/>
              </a:spcAft>
              <a:defRPr sz="3000" kern="1200">
                <a:solidFill>
                  <a:schemeClr val="tx1"/>
                </a:solidFill>
                <a:latin typeface="Arial" panose="020B0604020202020204"/>
                <a:ea typeface="+mn-ea"/>
                <a:cs typeface="+mn-cs"/>
              </a:defRPr>
            </a:lvl3pPr>
            <a:lvl4pPr marL="1371600" algn="l" rtl="0" fontAlgn="base">
              <a:spcBef>
                <a:spcPct val="0"/>
              </a:spcBef>
              <a:spcAft>
                <a:spcPct val="0"/>
              </a:spcAft>
              <a:defRPr sz="3000" kern="1200">
                <a:solidFill>
                  <a:schemeClr val="tx1"/>
                </a:solidFill>
                <a:latin typeface="Arial" panose="020B0604020202020204"/>
                <a:ea typeface="+mn-ea"/>
                <a:cs typeface="+mn-cs"/>
              </a:defRPr>
            </a:lvl4pPr>
            <a:lvl5pPr marL="1828800" algn="l" rtl="0" fontAlgn="base">
              <a:spcBef>
                <a:spcPct val="0"/>
              </a:spcBef>
              <a:spcAft>
                <a:spcPct val="0"/>
              </a:spcAft>
              <a:defRPr sz="3000" kern="1200">
                <a:solidFill>
                  <a:schemeClr val="tx1"/>
                </a:solidFill>
                <a:latin typeface="Arial" panose="020B0604020202020204"/>
                <a:ea typeface="+mn-ea"/>
                <a:cs typeface="+mn-cs"/>
              </a:defRPr>
            </a:lvl5pPr>
            <a:lvl6pPr marL="2286000" algn="l" defTabSz="914400" rtl="0" eaLnBrk="1" latinLnBrk="0" hangingPunct="1">
              <a:defRPr sz="3000" kern="1200">
                <a:solidFill>
                  <a:schemeClr val="tx1"/>
                </a:solidFill>
                <a:latin typeface="Arial" panose="020B0604020202020204"/>
                <a:ea typeface="+mn-ea"/>
                <a:cs typeface="+mn-cs"/>
              </a:defRPr>
            </a:lvl6pPr>
            <a:lvl7pPr marL="2743200" algn="l" defTabSz="914400" rtl="0" eaLnBrk="1" latinLnBrk="0" hangingPunct="1">
              <a:defRPr sz="3000" kern="1200">
                <a:solidFill>
                  <a:schemeClr val="tx1"/>
                </a:solidFill>
                <a:latin typeface="Arial" panose="020B0604020202020204"/>
                <a:ea typeface="+mn-ea"/>
                <a:cs typeface="+mn-cs"/>
              </a:defRPr>
            </a:lvl7pPr>
            <a:lvl8pPr marL="3200400" algn="l" defTabSz="914400" rtl="0" eaLnBrk="1" latinLnBrk="0" hangingPunct="1">
              <a:defRPr sz="3000" kern="1200">
                <a:solidFill>
                  <a:schemeClr val="tx1"/>
                </a:solidFill>
                <a:latin typeface="Arial" panose="020B0604020202020204"/>
                <a:ea typeface="+mn-ea"/>
                <a:cs typeface="+mn-cs"/>
              </a:defRPr>
            </a:lvl8pPr>
            <a:lvl9pPr marL="3657600" algn="l" defTabSz="914400" rtl="0" eaLnBrk="1" latinLnBrk="0" hangingPunct="1">
              <a:defRPr sz="3000" kern="1200">
                <a:solidFill>
                  <a:schemeClr val="tx1"/>
                </a:solidFill>
                <a:latin typeface="Arial" panose="020B0604020202020204"/>
                <a:ea typeface="+mn-ea"/>
                <a:cs typeface="+mn-cs"/>
              </a:defRPr>
            </a:lvl9pPr>
          </a:lstStyle>
          <a:p>
            <a:pPr algn="just">
              <a:lnSpc>
                <a:spcPct val="110000"/>
              </a:lnSpc>
            </a:pPr>
            <a:r>
              <a:rPr lang="en-US" altLang="en-US" sz="3800">
                <a:latin typeface="Times New Roman" panose="02020603050405020304" charset="0"/>
                <a:cs typeface="Times New Roman" panose="02020603050405020304" charset="0"/>
              </a:rPr>
              <a:t>- Liu et al., DeepFashion: Powering Robust Clothes Recognition, CVPR</a:t>
            </a:r>
            <a:endParaRPr lang="en-US" altLang="en-US" sz="3800">
              <a:latin typeface="Times New Roman" panose="02020603050405020304" charset="0"/>
              <a:cs typeface="Times New Roman" panose="02020603050405020304" charset="0"/>
            </a:endParaRPr>
          </a:p>
          <a:p>
            <a:pPr algn="just">
              <a:lnSpc>
                <a:spcPct val="110000"/>
              </a:lnSpc>
            </a:pPr>
            <a:r>
              <a:rPr lang="en-US" altLang="en-US" sz="3800">
                <a:latin typeface="Times New Roman" panose="02020603050405020304" charset="0"/>
                <a:cs typeface="Times New Roman" panose="02020603050405020304" charset="0"/>
              </a:rPr>
              <a:t>- Goodfellow et al., Generative Adversarial Networks</a:t>
            </a:r>
            <a:endParaRPr lang="en-US" altLang="en-US" sz="3800">
              <a:latin typeface="Times New Roman" panose="02020603050405020304" charset="0"/>
              <a:cs typeface="Times New Roman" panose="02020603050405020304" charset="0"/>
            </a:endParaRPr>
          </a:p>
          <a:p>
            <a:pPr algn="just">
              <a:lnSpc>
                <a:spcPct val="110000"/>
              </a:lnSpc>
            </a:pPr>
            <a:r>
              <a:rPr lang="en-US" altLang="en-US" sz="3800">
                <a:latin typeface="Times New Roman" panose="02020603050405020304" charset="0"/>
                <a:cs typeface="Times New Roman" panose="02020603050405020304" charset="0"/>
              </a:rPr>
              <a:t>- Ramesh et al., Diffusion Models for Image Generation</a:t>
            </a:r>
            <a:endParaRPr lang="en-US" altLang="en-US" sz="3800">
              <a:latin typeface="Times New Roman" panose="02020603050405020304" charset="0"/>
              <a:cs typeface="Times New Roman" panose="02020603050405020304" charset="0"/>
            </a:endParaRPr>
          </a:p>
          <a:p>
            <a:pPr algn="just">
              <a:lnSpc>
                <a:spcPct val="110000"/>
              </a:lnSpc>
            </a:pPr>
            <a:r>
              <a:rPr lang="en-US" altLang="en-US" sz="3800">
                <a:latin typeface="Times New Roman" panose="02020603050405020304" charset="0"/>
                <a:cs typeface="Times New Roman" panose="02020603050405020304" charset="0"/>
              </a:rPr>
              <a:t>- AI Applications in Fashion Design, IEEE Access</a:t>
            </a:r>
            <a:endParaRPr lang="en-US" altLang="en-US" sz="3800">
              <a:latin typeface="Times New Roman" panose="02020603050405020304" charset="0"/>
              <a:cs typeface="Times New Roman" panose="02020603050405020304" charset="0"/>
            </a:endParaRPr>
          </a:p>
        </p:txBody>
      </p:sp>
      <p:pic>
        <p:nvPicPr>
          <p:cNvPr id="2" name="Picture 1" descr="C:/Users/WINDOWS/Pictures/Camera Roll/Smuct-logo.gifSmuct-logo"/>
          <p:cNvPicPr>
            <a:picLocks noChangeAspect="1"/>
          </p:cNvPicPr>
          <p:nvPr/>
        </p:nvPicPr>
        <p:blipFill>
          <a:blip r:embed="rId1"/>
          <a:srcRect t="20545" b="20545"/>
          <a:stretch>
            <a:fillRect/>
          </a:stretch>
        </p:blipFill>
        <p:spPr>
          <a:xfrm>
            <a:off x="28228290" y="1905000"/>
            <a:ext cx="3637915" cy="2143125"/>
          </a:xfrm>
          <a:prstGeom prst="rect">
            <a:avLst/>
          </a:prstGeom>
        </p:spPr>
      </p:pic>
      <p:sp>
        <p:nvSpPr>
          <p:cNvPr id="33" name="Rectangle 32"/>
          <p:cNvSpPr>
            <a:spLocks noChangeArrowheads="1"/>
          </p:cNvSpPr>
          <p:nvPr/>
        </p:nvSpPr>
        <p:spPr bwMode="auto">
          <a:xfrm>
            <a:off x="16783685" y="37719000"/>
            <a:ext cx="15393929" cy="822960"/>
          </a:xfrm>
          <a:prstGeom prst="rect">
            <a:avLst/>
          </a:prstGeom>
          <a:solidFill>
            <a:schemeClr val="accent2">
              <a:lumMod val="60000"/>
              <a:lumOff val="40000"/>
            </a:schemeClr>
          </a:solidFill>
          <a:ln w="12700">
            <a:noFill/>
            <a:miter lim="800000"/>
          </a:ln>
        </p:spPr>
        <p:txBody>
          <a:bodyPr wrap="none" lIns="205740" tIns="54864" rIns="205740" bIns="51422" anchor="ctr" anchorCtr="0"/>
          <a:lstStyle>
            <a:defPPr>
              <a:defRPr lang="en-US"/>
            </a:defPPr>
            <a:lvl1pPr algn="l" rtl="0" fontAlgn="base">
              <a:spcBef>
                <a:spcPct val="0"/>
              </a:spcBef>
              <a:spcAft>
                <a:spcPct val="0"/>
              </a:spcAft>
              <a:defRPr sz="3000" kern="1200">
                <a:solidFill>
                  <a:schemeClr val="tx1"/>
                </a:solidFill>
                <a:latin typeface="Arial" panose="020B0604020202020204"/>
                <a:ea typeface="+mn-ea"/>
                <a:cs typeface="+mn-cs"/>
              </a:defRPr>
            </a:lvl1pPr>
            <a:lvl2pPr marL="457200" algn="l" rtl="0" fontAlgn="base">
              <a:spcBef>
                <a:spcPct val="0"/>
              </a:spcBef>
              <a:spcAft>
                <a:spcPct val="0"/>
              </a:spcAft>
              <a:defRPr sz="3000" kern="1200">
                <a:solidFill>
                  <a:schemeClr val="tx1"/>
                </a:solidFill>
                <a:latin typeface="Arial" panose="020B0604020202020204"/>
                <a:ea typeface="+mn-ea"/>
                <a:cs typeface="+mn-cs"/>
              </a:defRPr>
            </a:lvl2pPr>
            <a:lvl3pPr marL="914400" algn="l" rtl="0" fontAlgn="base">
              <a:spcBef>
                <a:spcPct val="0"/>
              </a:spcBef>
              <a:spcAft>
                <a:spcPct val="0"/>
              </a:spcAft>
              <a:defRPr sz="3000" kern="1200">
                <a:solidFill>
                  <a:schemeClr val="tx1"/>
                </a:solidFill>
                <a:latin typeface="Arial" panose="020B0604020202020204"/>
                <a:ea typeface="+mn-ea"/>
                <a:cs typeface="+mn-cs"/>
              </a:defRPr>
            </a:lvl3pPr>
            <a:lvl4pPr marL="1371600" algn="l" rtl="0" fontAlgn="base">
              <a:spcBef>
                <a:spcPct val="0"/>
              </a:spcBef>
              <a:spcAft>
                <a:spcPct val="0"/>
              </a:spcAft>
              <a:defRPr sz="3000" kern="1200">
                <a:solidFill>
                  <a:schemeClr val="tx1"/>
                </a:solidFill>
                <a:latin typeface="Arial" panose="020B0604020202020204"/>
                <a:ea typeface="+mn-ea"/>
                <a:cs typeface="+mn-cs"/>
              </a:defRPr>
            </a:lvl4pPr>
            <a:lvl5pPr marL="1828800" algn="l" rtl="0" fontAlgn="base">
              <a:spcBef>
                <a:spcPct val="0"/>
              </a:spcBef>
              <a:spcAft>
                <a:spcPct val="0"/>
              </a:spcAft>
              <a:defRPr sz="3000" kern="1200">
                <a:solidFill>
                  <a:schemeClr val="tx1"/>
                </a:solidFill>
                <a:latin typeface="Arial" panose="020B0604020202020204"/>
                <a:ea typeface="+mn-ea"/>
                <a:cs typeface="+mn-cs"/>
              </a:defRPr>
            </a:lvl5pPr>
            <a:lvl6pPr marL="2286000" algn="l" defTabSz="914400" rtl="0" eaLnBrk="1" latinLnBrk="0" hangingPunct="1">
              <a:defRPr sz="3000" kern="1200">
                <a:solidFill>
                  <a:schemeClr val="tx1"/>
                </a:solidFill>
                <a:latin typeface="Arial" panose="020B0604020202020204"/>
                <a:ea typeface="+mn-ea"/>
                <a:cs typeface="+mn-cs"/>
              </a:defRPr>
            </a:lvl6pPr>
            <a:lvl7pPr marL="2743200" algn="l" defTabSz="914400" rtl="0" eaLnBrk="1" latinLnBrk="0" hangingPunct="1">
              <a:defRPr sz="3000" kern="1200">
                <a:solidFill>
                  <a:schemeClr val="tx1"/>
                </a:solidFill>
                <a:latin typeface="Arial" panose="020B0604020202020204"/>
                <a:ea typeface="+mn-ea"/>
                <a:cs typeface="+mn-cs"/>
              </a:defRPr>
            </a:lvl7pPr>
            <a:lvl8pPr marL="3200400" algn="l" defTabSz="914400" rtl="0" eaLnBrk="1" latinLnBrk="0" hangingPunct="1">
              <a:defRPr sz="3000" kern="1200">
                <a:solidFill>
                  <a:schemeClr val="tx1"/>
                </a:solidFill>
                <a:latin typeface="Arial" panose="020B0604020202020204"/>
                <a:ea typeface="+mn-ea"/>
                <a:cs typeface="+mn-cs"/>
              </a:defRPr>
            </a:lvl8pPr>
            <a:lvl9pPr marL="3657600" algn="l" defTabSz="914400" rtl="0" eaLnBrk="1" latinLnBrk="0" hangingPunct="1">
              <a:defRPr sz="3000" kern="1200">
                <a:solidFill>
                  <a:schemeClr val="tx1"/>
                </a:solidFill>
                <a:latin typeface="Arial" panose="020B0604020202020204"/>
                <a:ea typeface="+mn-ea"/>
                <a:cs typeface="+mn-cs"/>
              </a:defRPr>
            </a:lvl9pPr>
          </a:lstStyle>
          <a:p>
            <a:pPr defTabSz="3526790">
              <a:defRPr/>
            </a:pPr>
            <a:r>
              <a:rPr lang="en-US" sz="3600" b="1">
                <a:solidFill>
                  <a:schemeClr val="bg1"/>
                </a:solidFill>
                <a:latin typeface="Libre Baskerville" panose="02000000000000000000" pitchFamily="2" charset="0"/>
              </a:rPr>
              <a:t>References</a:t>
            </a:r>
            <a:endParaRPr lang="en-US" sz="3600" b="1">
              <a:solidFill>
                <a:schemeClr val="bg1"/>
              </a:solidFill>
              <a:latin typeface="Libre Baskerville" panose="02000000000000000000" pitchFamily="2" charset="0"/>
            </a:endParaRPr>
          </a:p>
        </p:txBody>
      </p:sp>
      <p:pic>
        <p:nvPicPr>
          <p:cNvPr id="3" name="Picture 2" descr="C:/Users/WINDOWS/Pictures/Camera Roll/CSE logo.pngCSE logo"/>
          <p:cNvPicPr>
            <a:picLocks noChangeAspect="1"/>
          </p:cNvPicPr>
          <p:nvPr/>
        </p:nvPicPr>
        <p:blipFill>
          <a:blip r:embed="rId2"/>
          <a:srcRect/>
          <a:stretch>
            <a:fillRect/>
          </a:stretch>
        </p:blipFill>
        <p:spPr>
          <a:xfrm>
            <a:off x="1104900" y="1905000"/>
            <a:ext cx="2133600" cy="2143125"/>
          </a:xfrm>
          <a:prstGeom prst="rect">
            <a:avLst/>
          </a:prstGeom>
        </p:spPr>
      </p:pic>
      <p:sp>
        <p:nvSpPr>
          <p:cNvPr id="4" name="Rectangle 22"/>
          <p:cNvSpPr>
            <a:spLocks noChangeArrowheads="1"/>
          </p:cNvSpPr>
          <p:nvPr/>
        </p:nvSpPr>
        <p:spPr bwMode="auto">
          <a:xfrm>
            <a:off x="514350" y="15049221"/>
            <a:ext cx="15393929" cy="822960"/>
          </a:xfrm>
          <a:prstGeom prst="rect">
            <a:avLst/>
          </a:prstGeom>
          <a:solidFill>
            <a:schemeClr val="accent2">
              <a:lumMod val="60000"/>
              <a:lumOff val="40000"/>
            </a:schemeClr>
          </a:solidFill>
          <a:ln w="12700">
            <a:noFill/>
            <a:miter lim="800000"/>
          </a:ln>
        </p:spPr>
        <p:txBody>
          <a:bodyPr wrap="none" lIns="205740" tIns="54864" rIns="205740" bIns="51422" anchor="ctr" anchorCtr="0"/>
          <a:lstStyle>
            <a:defPPr>
              <a:defRPr lang="en-US"/>
            </a:defPPr>
            <a:lvl1pPr algn="l" rtl="0" fontAlgn="base">
              <a:spcBef>
                <a:spcPct val="0"/>
              </a:spcBef>
              <a:spcAft>
                <a:spcPct val="0"/>
              </a:spcAft>
              <a:defRPr sz="3000" kern="1200">
                <a:solidFill>
                  <a:schemeClr val="tx1"/>
                </a:solidFill>
                <a:latin typeface="Arial" panose="020B0604020202020204"/>
                <a:ea typeface="+mn-ea"/>
                <a:cs typeface="+mn-cs"/>
              </a:defRPr>
            </a:lvl1pPr>
            <a:lvl2pPr marL="457200" algn="l" rtl="0" fontAlgn="base">
              <a:spcBef>
                <a:spcPct val="0"/>
              </a:spcBef>
              <a:spcAft>
                <a:spcPct val="0"/>
              </a:spcAft>
              <a:defRPr sz="3000" kern="1200">
                <a:solidFill>
                  <a:schemeClr val="tx1"/>
                </a:solidFill>
                <a:latin typeface="Arial" panose="020B0604020202020204"/>
                <a:ea typeface="+mn-ea"/>
                <a:cs typeface="+mn-cs"/>
              </a:defRPr>
            </a:lvl2pPr>
            <a:lvl3pPr marL="914400" algn="l" rtl="0" fontAlgn="base">
              <a:spcBef>
                <a:spcPct val="0"/>
              </a:spcBef>
              <a:spcAft>
                <a:spcPct val="0"/>
              </a:spcAft>
              <a:defRPr sz="3000" kern="1200">
                <a:solidFill>
                  <a:schemeClr val="tx1"/>
                </a:solidFill>
                <a:latin typeface="Arial" panose="020B0604020202020204"/>
                <a:ea typeface="+mn-ea"/>
                <a:cs typeface="+mn-cs"/>
              </a:defRPr>
            </a:lvl3pPr>
            <a:lvl4pPr marL="1371600" algn="l" rtl="0" fontAlgn="base">
              <a:spcBef>
                <a:spcPct val="0"/>
              </a:spcBef>
              <a:spcAft>
                <a:spcPct val="0"/>
              </a:spcAft>
              <a:defRPr sz="3000" kern="1200">
                <a:solidFill>
                  <a:schemeClr val="tx1"/>
                </a:solidFill>
                <a:latin typeface="Arial" panose="020B0604020202020204"/>
                <a:ea typeface="+mn-ea"/>
                <a:cs typeface="+mn-cs"/>
              </a:defRPr>
            </a:lvl4pPr>
            <a:lvl5pPr marL="1828800" algn="l" rtl="0" fontAlgn="base">
              <a:spcBef>
                <a:spcPct val="0"/>
              </a:spcBef>
              <a:spcAft>
                <a:spcPct val="0"/>
              </a:spcAft>
              <a:defRPr sz="3000" kern="1200">
                <a:solidFill>
                  <a:schemeClr val="tx1"/>
                </a:solidFill>
                <a:latin typeface="Arial" panose="020B0604020202020204"/>
                <a:ea typeface="+mn-ea"/>
                <a:cs typeface="+mn-cs"/>
              </a:defRPr>
            </a:lvl5pPr>
            <a:lvl6pPr marL="2286000" algn="l" defTabSz="914400" rtl="0" eaLnBrk="1" latinLnBrk="0" hangingPunct="1">
              <a:defRPr sz="3000" kern="1200">
                <a:solidFill>
                  <a:schemeClr val="tx1"/>
                </a:solidFill>
                <a:latin typeface="Arial" panose="020B0604020202020204"/>
                <a:ea typeface="+mn-ea"/>
                <a:cs typeface="+mn-cs"/>
              </a:defRPr>
            </a:lvl6pPr>
            <a:lvl7pPr marL="2743200" algn="l" defTabSz="914400" rtl="0" eaLnBrk="1" latinLnBrk="0" hangingPunct="1">
              <a:defRPr sz="3000" kern="1200">
                <a:solidFill>
                  <a:schemeClr val="tx1"/>
                </a:solidFill>
                <a:latin typeface="Arial" panose="020B0604020202020204"/>
                <a:ea typeface="+mn-ea"/>
                <a:cs typeface="+mn-cs"/>
              </a:defRPr>
            </a:lvl7pPr>
            <a:lvl8pPr marL="3200400" algn="l" defTabSz="914400" rtl="0" eaLnBrk="1" latinLnBrk="0" hangingPunct="1">
              <a:defRPr sz="3000" kern="1200">
                <a:solidFill>
                  <a:schemeClr val="tx1"/>
                </a:solidFill>
                <a:latin typeface="Arial" panose="020B0604020202020204"/>
                <a:ea typeface="+mn-ea"/>
                <a:cs typeface="+mn-cs"/>
              </a:defRPr>
            </a:lvl8pPr>
            <a:lvl9pPr marL="3657600" algn="l" defTabSz="914400" rtl="0" eaLnBrk="1" latinLnBrk="0" hangingPunct="1">
              <a:defRPr sz="3000" kern="1200">
                <a:solidFill>
                  <a:schemeClr val="tx1"/>
                </a:solidFill>
                <a:latin typeface="Arial" panose="020B0604020202020204"/>
                <a:ea typeface="+mn-ea"/>
                <a:cs typeface="+mn-cs"/>
              </a:defRPr>
            </a:lvl9pPr>
          </a:lstStyle>
          <a:p>
            <a:pPr defTabSz="3526790">
              <a:defRPr/>
            </a:pPr>
            <a:r>
              <a:rPr lang="en-US" sz="3600" b="1">
                <a:solidFill>
                  <a:schemeClr val="bg1"/>
                </a:solidFill>
                <a:latin typeface="Libre Baskerville" panose="02000000000000000000" pitchFamily="2" charset="0"/>
              </a:rPr>
              <a:t>Introduction</a:t>
            </a:r>
            <a:endParaRPr lang="en-US" sz="3600" b="1">
              <a:solidFill>
                <a:schemeClr val="bg1"/>
              </a:solidFill>
              <a:latin typeface="Libre Baskerville" panose="02000000000000000000" pitchFamily="2" charset="0"/>
            </a:endParaRPr>
          </a:p>
        </p:txBody>
      </p:sp>
      <p:sp>
        <p:nvSpPr>
          <p:cNvPr id="5" name="Rectangle 22"/>
          <p:cNvSpPr>
            <a:spLocks noChangeArrowheads="1"/>
          </p:cNvSpPr>
          <p:nvPr/>
        </p:nvSpPr>
        <p:spPr bwMode="auto">
          <a:xfrm>
            <a:off x="16783685" y="28041321"/>
            <a:ext cx="15393929" cy="822960"/>
          </a:xfrm>
          <a:prstGeom prst="rect">
            <a:avLst/>
          </a:prstGeom>
          <a:solidFill>
            <a:schemeClr val="accent2">
              <a:lumMod val="60000"/>
              <a:lumOff val="40000"/>
            </a:schemeClr>
          </a:solidFill>
          <a:ln w="12700">
            <a:noFill/>
            <a:miter lim="800000"/>
          </a:ln>
        </p:spPr>
        <p:txBody>
          <a:bodyPr wrap="none" lIns="205740" tIns="54864" rIns="205740" bIns="51422" anchor="ctr" anchorCtr="0"/>
          <a:lstStyle>
            <a:defPPr>
              <a:defRPr lang="en-US"/>
            </a:defPPr>
            <a:lvl1pPr algn="l" rtl="0" fontAlgn="base">
              <a:spcBef>
                <a:spcPct val="0"/>
              </a:spcBef>
              <a:spcAft>
                <a:spcPct val="0"/>
              </a:spcAft>
              <a:defRPr sz="3000" kern="1200">
                <a:solidFill>
                  <a:schemeClr val="tx1"/>
                </a:solidFill>
                <a:latin typeface="Arial" panose="020B0604020202020204"/>
                <a:ea typeface="+mn-ea"/>
                <a:cs typeface="+mn-cs"/>
              </a:defRPr>
            </a:lvl1pPr>
            <a:lvl2pPr marL="457200" algn="l" rtl="0" fontAlgn="base">
              <a:spcBef>
                <a:spcPct val="0"/>
              </a:spcBef>
              <a:spcAft>
                <a:spcPct val="0"/>
              </a:spcAft>
              <a:defRPr sz="3000" kern="1200">
                <a:solidFill>
                  <a:schemeClr val="tx1"/>
                </a:solidFill>
                <a:latin typeface="Arial" panose="020B0604020202020204"/>
                <a:ea typeface="+mn-ea"/>
                <a:cs typeface="+mn-cs"/>
              </a:defRPr>
            </a:lvl2pPr>
            <a:lvl3pPr marL="914400" algn="l" rtl="0" fontAlgn="base">
              <a:spcBef>
                <a:spcPct val="0"/>
              </a:spcBef>
              <a:spcAft>
                <a:spcPct val="0"/>
              </a:spcAft>
              <a:defRPr sz="3000" kern="1200">
                <a:solidFill>
                  <a:schemeClr val="tx1"/>
                </a:solidFill>
                <a:latin typeface="Arial" panose="020B0604020202020204"/>
                <a:ea typeface="+mn-ea"/>
                <a:cs typeface="+mn-cs"/>
              </a:defRPr>
            </a:lvl3pPr>
            <a:lvl4pPr marL="1371600" algn="l" rtl="0" fontAlgn="base">
              <a:spcBef>
                <a:spcPct val="0"/>
              </a:spcBef>
              <a:spcAft>
                <a:spcPct val="0"/>
              </a:spcAft>
              <a:defRPr sz="3000" kern="1200">
                <a:solidFill>
                  <a:schemeClr val="tx1"/>
                </a:solidFill>
                <a:latin typeface="Arial" panose="020B0604020202020204"/>
                <a:ea typeface="+mn-ea"/>
                <a:cs typeface="+mn-cs"/>
              </a:defRPr>
            </a:lvl4pPr>
            <a:lvl5pPr marL="1828800" algn="l" rtl="0" fontAlgn="base">
              <a:spcBef>
                <a:spcPct val="0"/>
              </a:spcBef>
              <a:spcAft>
                <a:spcPct val="0"/>
              </a:spcAft>
              <a:defRPr sz="3000" kern="1200">
                <a:solidFill>
                  <a:schemeClr val="tx1"/>
                </a:solidFill>
                <a:latin typeface="Arial" panose="020B0604020202020204"/>
                <a:ea typeface="+mn-ea"/>
                <a:cs typeface="+mn-cs"/>
              </a:defRPr>
            </a:lvl5pPr>
            <a:lvl6pPr marL="2286000" algn="l" defTabSz="914400" rtl="0" eaLnBrk="1" latinLnBrk="0" hangingPunct="1">
              <a:defRPr sz="3000" kern="1200">
                <a:solidFill>
                  <a:schemeClr val="tx1"/>
                </a:solidFill>
                <a:latin typeface="Arial" panose="020B0604020202020204"/>
                <a:ea typeface="+mn-ea"/>
                <a:cs typeface="+mn-cs"/>
              </a:defRPr>
            </a:lvl6pPr>
            <a:lvl7pPr marL="2743200" algn="l" defTabSz="914400" rtl="0" eaLnBrk="1" latinLnBrk="0" hangingPunct="1">
              <a:defRPr sz="3000" kern="1200">
                <a:solidFill>
                  <a:schemeClr val="tx1"/>
                </a:solidFill>
                <a:latin typeface="Arial" panose="020B0604020202020204"/>
                <a:ea typeface="+mn-ea"/>
                <a:cs typeface="+mn-cs"/>
              </a:defRPr>
            </a:lvl7pPr>
            <a:lvl8pPr marL="3200400" algn="l" defTabSz="914400" rtl="0" eaLnBrk="1" latinLnBrk="0" hangingPunct="1">
              <a:defRPr sz="3000" kern="1200">
                <a:solidFill>
                  <a:schemeClr val="tx1"/>
                </a:solidFill>
                <a:latin typeface="Arial" panose="020B0604020202020204"/>
                <a:ea typeface="+mn-ea"/>
                <a:cs typeface="+mn-cs"/>
              </a:defRPr>
            </a:lvl8pPr>
            <a:lvl9pPr marL="3657600" algn="l" defTabSz="914400" rtl="0" eaLnBrk="1" latinLnBrk="0" hangingPunct="1">
              <a:defRPr sz="3000" kern="1200">
                <a:solidFill>
                  <a:schemeClr val="tx1"/>
                </a:solidFill>
                <a:latin typeface="Arial" panose="020B0604020202020204"/>
                <a:ea typeface="+mn-ea"/>
                <a:cs typeface="+mn-cs"/>
              </a:defRPr>
            </a:lvl9pPr>
          </a:lstStyle>
          <a:p>
            <a:pPr defTabSz="3526790">
              <a:defRPr/>
            </a:pPr>
            <a:r>
              <a:rPr lang="en-US" sz="3600" b="1">
                <a:solidFill>
                  <a:schemeClr val="bg1"/>
                </a:solidFill>
                <a:latin typeface="Libre Baskerville" panose="02000000000000000000" pitchFamily="2" charset="0"/>
              </a:rPr>
              <a:t>Conclusion</a:t>
            </a:r>
            <a:endParaRPr lang="en-US" sz="3600" b="1">
              <a:solidFill>
                <a:schemeClr val="bg1"/>
              </a:solidFill>
              <a:latin typeface="Libre Baskerville" panose="02000000000000000000" pitchFamily="2" charset="0"/>
            </a:endParaRPr>
          </a:p>
        </p:txBody>
      </p:sp>
      <p:sp>
        <p:nvSpPr>
          <p:cNvPr id="6" name="Rectangle 30"/>
          <p:cNvSpPr>
            <a:spLocks noChangeArrowheads="1"/>
          </p:cNvSpPr>
          <p:nvPr/>
        </p:nvSpPr>
        <p:spPr bwMode="auto">
          <a:xfrm>
            <a:off x="514350" y="35090100"/>
            <a:ext cx="15393929" cy="822960"/>
          </a:xfrm>
          <a:prstGeom prst="rect">
            <a:avLst/>
          </a:prstGeom>
          <a:solidFill>
            <a:schemeClr val="accent2">
              <a:lumMod val="60000"/>
              <a:lumOff val="40000"/>
            </a:schemeClr>
          </a:solidFill>
          <a:ln w="12700">
            <a:noFill/>
            <a:miter lim="800000"/>
          </a:ln>
        </p:spPr>
        <p:txBody>
          <a:bodyPr wrap="none" lIns="205740" tIns="54864" rIns="205740" bIns="51422" anchor="ctr" anchorCtr="0"/>
          <a:lstStyle>
            <a:defPPr>
              <a:defRPr lang="en-US"/>
            </a:defPPr>
            <a:lvl1pPr algn="l" rtl="0" fontAlgn="base">
              <a:spcBef>
                <a:spcPct val="0"/>
              </a:spcBef>
              <a:spcAft>
                <a:spcPct val="0"/>
              </a:spcAft>
              <a:defRPr sz="3000" kern="1200">
                <a:solidFill>
                  <a:schemeClr val="tx1"/>
                </a:solidFill>
                <a:latin typeface="Arial" panose="020B0604020202020204"/>
                <a:ea typeface="+mn-ea"/>
                <a:cs typeface="+mn-cs"/>
              </a:defRPr>
            </a:lvl1pPr>
            <a:lvl2pPr marL="457200" algn="l" rtl="0" fontAlgn="base">
              <a:spcBef>
                <a:spcPct val="0"/>
              </a:spcBef>
              <a:spcAft>
                <a:spcPct val="0"/>
              </a:spcAft>
              <a:defRPr sz="3000" kern="1200">
                <a:solidFill>
                  <a:schemeClr val="tx1"/>
                </a:solidFill>
                <a:latin typeface="Arial" panose="020B0604020202020204"/>
                <a:ea typeface="+mn-ea"/>
                <a:cs typeface="+mn-cs"/>
              </a:defRPr>
            </a:lvl2pPr>
            <a:lvl3pPr marL="914400" algn="l" rtl="0" fontAlgn="base">
              <a:spcBef>
                <a:spcPct val="0"/>
              </a:spcBef>
              <a:spcAft>
                <a:spcPct val="0"/>
              </a:spcAft>
              <a:defRPr sz="3000" kern="1200">
                <a:solidFill>
                  <a:schemeClr val="tx1"/>
                </a:solidFill>
                <a:latin typeface="Arial" panose="020B0604020202020204"/>
                <a:ea typeface="+mn-ea"/>
                <a:cs typeface="+mn-cs"/>
              </a:defRPr>
            </a:lvl3pPr>
            <a:lvl4pPr marL="1371600" algn="l" rtl="0" fontAlgn="base">
              <a:spcBef>
                <a:spcPct val="0"/>
              </a:spcBef>
              <a:spcAft>
                <a:spcPct val="0"/>
              </a:spcAft>
              <a:defRPr sz="3000" kern="1200">
                <a:solidFill>
                  <a:schemeClr val="tx1"/>
                </a:solidFill>
                <a:latin typeface="Arial" panose="020B0604020202020204"/>
                <a:ea typeface="+mn-ea"/>
                <a:cs typeface="+mn-cs"/>
              </a:defRPr>
            </a:lvl4pPr>
            <a:lvl5pPr marL="1828800" algn="l" rtl="0" fontAlgn="base">
              <a:spcBef>
                <a:spcPct val="0"/>
              </a:spcBef>
              <a:spcAft>
                <a:spcPct val="0"/>
              </a:spcAft>
              <a:defRPr sz="3000" kern="1200">
                <a:solidFill>
                  <a:schemeClr val="tx1"/>
                </a:solidFill>
                <a:latin typeface="Arial" panose="020B0604020202020204"/>
                <a:ea typeface="+mn-ea"/>
                <a:cs typeface="+mn-cs"/>
              </a:defRPr>
            </a:lvl5pPr>
            <a:lvl6pPr marL="2286000" algn="l" defTabSz="914400" rtl="0" eaLnBrk="1" latinLnBrk="0" hangingPunct="1">
              <a:defRPr sz="3000" kern="1200">
                <a:solidFill>
                  <a:schemeClr val="tx1"/>
                </a:solidFill>
                <a:latin typeface="Arial" panose="020B0604020202020204"/>
                <a:ea typeface="+mn-ea"/>
                <a:cs typeface="+mn-cs"/>
              </a:defRPr>
            </a:lvl6pPr>
            <a:lvl7pPr marL="2743200" algn="l" defTabSz="914400" rtl="0" eaLnBrk="1" latinLnBrk="0" hangingPunct="1">
              <a:defRPr sz="3000" kern="1200">
                <a:solidFill>
                  <a:schemeClr val="tx1"/>
                </a:solidFill>
                <a:latin typeface="Arial" panose="020B0604020202020204"/>
                <a:ea typeface="+mn-ea"/>
                <a:cs typeface="+mn-cs"/>
              </a:defRPr>
            </a:lvl7pPr>
            <a:lvl8pPr marL="3200400" algn="l" defTabSz="914400" rtl="0" eaLnBrk="1" latinLnBrk="0" hangingPunct="1">
              <a:defRPr sz="3000" kern="1200">
                <a:solidFill>
                  <a:schemeClr val="tx1"/>
                </a:solidFill>
                <a:latin typeface="Arial" panose="020B0604020202020204"/>
                <a:ea typeface="+mn-ea"/>
                <a:cs typeface="+mn-cs"/>
              </a:defRPr>
            </a:lvl8pPr>
            <a:lvl9pPr marL="3657600" algn="l" defTabSz="914400" rtl="0" eaLnBrk="1" latinLnBrk="0" hangingPunct="1">
              <a:defRPr sz="3000" kern="1200">
                <a:solidFill>
                  <a:schemeClr val="tx1"/>
                </a:solidFill>
                <a:latin typeface="Arial" panose="020B0604020202020204"/>
                <a:ea typeface="+mn-ea"/>
                <a:cs typeface="+mn-cs"/>
              </a:defRPr>
            </a:lvl9pPr>
          </a:lstStyle>
          <a:p>
            <a:pPr defTabSz="3526790">
              <a:defRPr/>
            </a:pPr>
            <a:r>
              <a:rPr lang="en-US" sz="3600" b="1">
                <a:solidFill>
                  <a:schemeClr val="bg1"/>
                </a:solidFill>
                <a:latin typeface="Libre Baskerville" panose="02000000000000000000" pitchFamily="2" charset="0"/>
              </a:rPr>
              <a:t>Objectives</a:t>
            </a:r>
            <a:endParaRPr lang="en-US" sz="3600" b="1">
              <a:solidFill>
                <a:schemeClr val="bg1"/>
              </a:solidFill>
              <a:latin typeface="Libre Baskerville" panose="02000000000000000000" pitchFamily="2" charset="0"/>
            </a:endParaRPr>
          </a:p>
        </p:txBody>
      </p:sp>
      <p:sp>
        <p:nvSpPr>
          <p:cNvPr id="7" name="Text Box 6"/>
          <p:cNvSpPr txBox="1"/>
          <p:nvPr/>
        </p:nvSpPr>
        <p:spPr>
          <a:xfrm>
            <a:off x="514350" y="16459200"/>
            <a:ext cx="15325725" cy="6552565"/>
          </a:xfrm>
          <a:prstGeom prst="rect">
            <a:avLst/>
          </a:prstGeom>
          <a:noFill/>
        </p:spPr>
        <p:txBody>
          <a:bodyPr wrap="square" rtlCol="0">
            <a:noAutofit/>
          </a:bodyPr>
          <a:p>
            <a:pPr algn="just"/>
            <a:r>
              <a:rPr lang="en-US" altLang="en-US">
                <a:latin typeface="Times New Roman" panose="02020603050405020304" charset="0"/>
                <a:cs typeface="Times New Roman" panose="02020603050405020304" charset="0"/>
              </a:rPr>
              <a:t>Fashion design plays a critical role in the global garment industry, particularly in countries like Bangladesh. However, the design-to-production pipeline often suffers from miscommunication, limited visualization, and high material waste.</a:t>
            </a:r>
            <a:endParaRPr lang="en-US" altLang="en-US">
              <a:latin typeface="Times New Roman" panose="02020603050405020304" charset="0"/>
              <a:cs typeface="Times New Roman" panose="02020603050405020304" charset="0"/>
            </a:endParaRPr>
          </a:p>
          <a:p>
            <a:pPr algn="just"/>
            <a:r>
              <a:rPr lang="en-US" altLang="en-US">
                <a:latin typeface="Times New Roman" panose="02020603050405020304" charset="0"/>
                <a:cs typeface="Times New Roman" panose="02020603050405020304" charset="0"/>
              </a:rPr>
              <a:t>Key Challenges:</a:t>
            </a:r>
            <a:endParaRPr lang="en-US" altLang="en-US">
              <a:latin typeface="Times New Roman" panose="02020603050405020304" charset="0"/>
              <a:cs typeface="Times New Roman" panose="02020603050405020304" charset="0"/>
            </a:endParaRPr>
          </a:p>
          <a:p>
            <a:pPr algn="just"/>
            <a:r>
              <a:rPr lang="en-US" altLang="en-US" b="1" dirty="0">
                <a:solidFill>
                  <a:schemeClr val="tx1"/>
                </a:solidFill>
                <a:sym typeface="+mn-ea"/>
              </a:rPr>
              <a:t>● </a:t>
            </a:r>
            <a:r>
              <a:rPr lang="en-US" altLang="en-US">
                <a:latin typeface="Times New Roman" panose="02020603050405020304" charset="0"/>
                <a:cs typeface="Times New Roman" panose="02020603050405020304" charset="0"/>
              </a:rPr>
              <a:t>Manual and expertise-dependent design processes</a:t>
            </a:r>
            <a:endParaRPr lang="en-US" altLang="en-US">
              <a:latin typeface="Times New Roman" panose="02020603050405020304" charset="0"/>
              <a:cs typeface="Times New Roman" panose="02020603050405020304" charset="0"/>
            </a:endParaRPr>
          </a:p>
          <a:p>
            <a:pPr algn="just"/>
            <a:r>
              <a:rPr lang="en-US" altLang="en-US" b="1" dirty="0">
                <a:solidFill>
                  <a:schemeClr val="tx1"/>
                </a:solidFill>
                <a:sym typeface="+mn-ea"/>
              </a:rPr>
              <a:t>● </a:t>
            </a:r>
            <a:r>
              <a:rPr lang="en-US" altLang="en-US">
                <a:latin typeface="Times New Roman" panose="02020603050405020304" charset="0"/>
                <a:cs typeface="Times New Roman" panose="02020603050405020304" charset="0"/>
              </a:rPr>
              <a:t>Limited real-time customization tools</a:t>
            </a:r>
            <a:endParaRPr lang="en-US" altLang="en-US">
              <a:latin typeface="Times New Roman" panose="02020603050405020304" charset="0"/>
              <a:cs typeface="Times New Roman" panose="02020603050405020304" charset="0"/>
            </a:endParaRPr>
          </a:p>
          <a:p>
            <a:pPr algn="just"/>
            <a:r>
              <a:rPr lang="en-US" altLang="en-US" b="1" dirty="0">
                <a:solidFill>
                  <a:schemeClr val="tx1"/>
                </a:solidFill>
                <a:sym typeface="+mn-ea"/>
              </a:rPr>
              <a:t>● </a:t>
            </a:r>
            <a:r>
              <a:rPr lang="en-US" altLang="en-US">
                <a:latin typeface="Times New Roman" panose="02020603050405020304" charset="0"/>
                <a:cs typeface="Times New Roman" panose="02020603050405020304" charset="0"/>
              </a:rPr>
              <a:t>Poor alignment between design concepts and production feasibility</a:t>
            </a:r>
            <a:endParaRPr lang="en-US" altLang="en-US">
              <a:latin typeface="Times New Roman" panose="02020603050405020304" charset="0"/>
              <a:cs typeface="Times New Roman" panose="02020603050405020304" charset="0"/>
            </a:endParaRPr>
          </a:p>
          <a:p>
            <a:pPr algn="just"/>
            <a:r>
              <a:rPr lang="en-US" altLang="en-US">
                <a:latin typeface="Times New Roman" panose="02020603050405020304" charset="0"/>
                <a:cs typeface="Times New Roman" panose="02020603050405020304" charset="0"/>
              </a:rPr>
              <a:t>Existing digital design tools are complex and unsuitable for casual users, highlighting the need for an intelligent, user-friendly solution that supports both creativity and manufacturability.</a:t>
            </a:r>
            <a:endParaRPr lang="en-US" altLang="en-US">
              <a:latin typeface="Times New Roman" panose="02020603050405020304" charset="0"/>
              <a:cs typeface="Times New Roman" panose="02020603050405020304" charset="0"/>
            </a:endParaRPr>
          </a:p>
          <a:p>
            <a:pPr algn="just"/>
            <a:endParaRPr lang="en-US" altLang="en-US">
              <a:latin typeface="Times New Roman" panose="02020603050405020304" charset="0"/>
              <a:cs typeface="Times New Roman" panose="02020603050405020304" charset="0"/>
            </a:endParaRPr>
          </a:p>
        </p:txBody>
      </p:sp>
      <p:sp>
        <p:nvSpPr>
          <p:cNvPr id="8" name="Text Box 7"/>
          <p:cNvSpPr txBox="1"/>
          <p:nvPr/>
        </p:nvSpPr>
        <p:spPr>
          <a:xfrm>
            <a:off x="514350" y="36555045"/>
            <a:ext cx="15375255" cy="5269865"/>
          </a:xfrm>
          <a:prstGeom prst="rect">
            <a:avLst/>
          </a:prstGeom>
          <a:noFill/>
        </p:spPr>
        <p:txBody>
          <a:bodyPr wrap="square" rtlCol="0">
            <a:noAutofit/>
          </a:bodyPr>
          <a:p>
            <a:pPr algn="just"/>
            <a:r>
              <a:rPr lang="en-US" altLang="en-US">
                <a:latin typeface="Times New Roman" panose="02020603050405020304" charset="0"/>
                <a:cs typeface="Times New Roman" panose="02020603050405020304" charset="0"/>
              </a:rPr>
              <a:t>The primary objective of this project is to develop an intelligent AI-based fashion design system that simplifies and enhances the garment creation process.</a:t>
            </a:r>
            <a:endParaRPr lang="en-US" altLang="en-US">
              <a:latin typeface="Times New Roman" panose="02020603050405020304" charset="0"/>
              <a:cs typeface="Times New Roman" panose="02020603050405020304" charset="0"/>
            </a:endParaRPr>
          </a:p>
          <a:p>
            <a:pPr algn="just"/>
            <a:r>
              <a:rPr lang="en-US" altLang="en-US">
                <a:latin typeface="Times New Roman" panose="02020603050405020304" charset="0"/>
                <a:cs typeface="Times New Roman" panose="02020603050405020304" charset="0"/>
              </a:rPr>
              <a:t>Specific Objectives:</a:t>
            </a:r>
            <a:endParaRPr lang="en-US" altLang="en-US">
              <a:latin typeface="Times New Roman" panose="02020603050405020304" charset="0"/>
              <a:cs typeface="Times New Roman" panose="02020603050405020304" charset="0"/>
            </a:endParaRPr>
          </a:p>
          <a:p>
            <a:pPr algn="just"/>
            <a:r>
              <a:rPr lang="en-US" altLang="en-US" b="1" dirty="0">
                <a:sym typeface="+mn-ea"/>
              </a:rPr>
              <a:t>● </a:t>
            </a:r>
            <a:r>
              <a:rPr lang="en-US" altLang="en-US">
                <a:latin typeface="Times New Roman" panose="02020603050405020304" charset="0"/>
                <a:cs typeface="Times New Roman" panose="02020603050405020304" charset="0"/>
              </a:rPr>
              <a:t>Enable real-time dress generation and customization</a:t>
            </a:r>
            <a:endParaRPr lang="en-US" altLang="en-US">
              <a:latin typeface="Times New Roman" panose="02020603050405020304" charset="0"/>
              <a:cs typeface="Times New Roman" panose="02020603050405020304" charset="0"/>
            </a:endParaRPr>
          </a:p>
          <a:p>
            <a:pPr algn="just"/>
            <a:r>
              <a:rPr lang="en-US" altLang="en-US" b="1" dirty="0">
                <a:sym typeface="+mn-ea"/>
              </a:rPr>
              <a:t>● </a:t>
            </a:r>
            <a:r>
              <a:rPr lang="en-US" altLang="en-US">
                <a:latin typeface="Times New Roman" panose="02020603050405020304" charset="0"/>
                <a:cs typeface="Times New Roman" panose="02020603050405020304" charset="0"/>
              </a:rPr>
              <a:t>Support localized design modification</a:t>
            </a:r>
            <a:endParaRPr lang="en-US" altLang="en-US">
              <a:latin typeface="Times New Roman" panose="02020603050405020304" charset="0"/>
              <a:cs typeface="Times New Roman" panose="02020603050405020304" charset="0"/>
            </a:endParaRPr>
          </a:p>
          <a:p>
            <a:pPr algn="just"/>
            <a:r>
              <a:rPr lang="en-US" altLang="en-US" b="1" dirty="0">
                <a:sym typeface="+mn-ea"/>
              </a:rPr>
              <a:t>● </a:t>
            </a:r>
            <a:r>
              <a:rPr lang="en-US" altLang="en-US">
                <a:latin typeface="Times New Roman" panose="02020603050405020304" charset="0"/>
                <a:cs typeface="Times New Roman" panose="02020603050405020304" charset="0"/>
              </a:rPr>
              <a:t>Reduce fabric waste through accurate visualization</a:t>
            </a:r>
            <a:endParaRPr lang="en-US" altLang="en-US">
              <a:latin typeface="Times New Roman" panose="02020603050405020304" charset="0"/>
              <a:cs typeface="Times New Roman" panose="02020603050405020304" charset="0"/>
            </a:endParaRPr>
          </a:p>
          <a:p>
            <a:pPr algn="just"/>
            <a:r>
              <a:rPr lang="en-US" altLang="en-US" b="1" dirty="0">
                <a:sym typeface="+mn-ea"/>
              </a:rPr>
              <a:t>● </a:t>
            </a:r>
            <a:r>
              <a:rPr lang="en-US" altLang="en-US">
                <a:latin typeface="Times New Roman" panose="02020603050405020304" charset="0"/>
                <a:cs typeface="Times New Roman" panose="02020603050405020304" charset="0"/>
              </a:rPr>
              <a:t>Bridge creative design and manufacturing feasibility</a:t>
            </a:r>
            <a:endParaRPr lang="en-US" altLang="en-US">
              <a:latin typeface="Times New Roman" panose="02020603050405020304" charset="0"/>
              <a:cs typeface="Times New Roman" panose="02020603050405020304" charset="0"/>
            </a:endParaRPr>
          </a:p>
          <a:p>
            <a:pPr algn="just"/>
            <a:r>
              <a:rPr lang="en-US" altLang="en-US" b="1" dirty="0">
                <a:sym typeface="+mn-ea"/>
              </a:rPr>
              <a:t>● </a:t>
            </a:r>
            <a:r>
              <a:rPr lang="en-US" altLang="en-US">
                <a:latin typeface="Times New Roman" panose="02020603050405020304" charset="0"/>
                <a:cs typeface="Times New Roman" panose="02020603050405020304" charset="0"/>
              </a:rPr>
              <a:t>Improve accessibility for non-professional users</a:t>
            </a:r>
            <a:endParaRPr lang="en-US" altLang="en-US">
              <a:latin typeface="Times New Roman" panose="02020603050405020304" charset="0"/>
              <a:cs typeface="Times New Roman" panose="02020603050405020304" charset="0"/>
            </a:endParaRPr>
          </a:p>
        </p:txBody>
      </p:sp>
      <p:sp>
        <p:nvSpPr>
          <p:cNvPr id="9" name="Rectangle 30"/>
          <p:cNvSpPr>
            <a:spLocks noChangeArrowheads="1"/>
          </p:cNvSpPr>
          <p:nvPr/>
        </p:nvSpPr>
        <p:spPr bwMode="auto">
          <a:xfrm>
            <a:off x="16783685" y="6108700"/>
            <a:ext cx="15393929" cy="822960"/>
          </a:xfrm>
          <a:prstGeom prst="rect">
            <a:avLst/>
          </a:prstGeom>
          <a:solidFill>
            <a:schemeClr val="accent2">
              <a:lumMod val="60000"/>
              <a:lumOff val="40000"/>
            </a:schemeClr>
          </a:solidFill>
          <a:ln w="12700">
            <a:noFill/>
            <a:miter lim="800000"/>
          </a:ln>
        </p:spPr>
        <p:txBody>
          <a:bodyPr wrap="none" lIns="205740" tIns="54864" rIns="205740" bIns="51422" anchor="ctr" anchorCtr="0"/>
          <a:lstStyle>
            <a:defPPr>
              <a:defRPr lang="en-US"/>
            </a:defPPr>
            <a:lvl1pPr algn="l" rtl="0" fontAlgn="base">
              <a:spcBef>
                <a:spcPct val="0"/>
              </a:spcBef>
              <a:spcAft>
                <a:spcPct val="0"/>
              </a:spcAft>
              <a:defRPr sz="3000" kern="1200">
                <a:solidFill>
                  <a:schemeClr val="tx1"/>
                </a:solidFill>
                <a:latin typeface="Arial" panose="020B0604020202020204"/>
                <a:ea typeface="+mn-ea"/>
                <a:cs typeface="+mn-cs"/>
              </a:defRPr>
            </a:lvl1pPr>
            <a:lvl2pPr marL="457200" algn="l" rtl="0" fontAlgn="base">
              <a:spcBef>
                <a:spcPct val="0"/>
              </a:spcBef>
              <a:spcAft>
                <a:spcPct val="0"/>
              </a:spcAft>
              <a:defRPr sz="3000" kern="1200">
                <a:solidFill>
                  <a:schemeClr val="tx1"/>
                </a:solidFill>
                <a:latin typeface="Arial" panose="020B0604020202020204"/>
                <a:ea typeface="+mn-ea"/>
                <a:cs typeface="+mn-cs"/>
              </a:defRPr>
            </a:lvl2pPr>
            <a:lvl3pPr marL="914400" algn="l" rtl="0" fontAlgn="base">
              <a:spcBef>
                <a:spcPct val="0"/>
              </a:spcBef>
              <a:spcAft>
                <a:spcPct val="0"/>
              </a:spcAft>
              <a:defRPr sz="3000" kern="1200">
                <a:solidFill>
                  <a:schemeClr val="tx1"/>
                </a:solidFill>
                <a:latin typeface="Arial" panose="020B0604020202020204"/>
                <a:ea typeface="+mn-ea"/>
                <a:cs typeface="+mn-cs"/>
              </a:defRPr>
            </a:lvl3pPr>
            <a:lvl4pPr marL="1371600" algn="l" rtl="0" fontAlgn="base">
              <a:spcBef>
                <a:spcPct val="0"/>
              </a:spcBef>
              <a:spcAft>
                <a:spcPct val="0"/>
              </a:spcAft>
              <a:defRPr sz="3000" kern="1200">
                <a:solidFill>
                  <a:schemeClr val="tx1"/>
                </a:solidFill>
                <a:latin typeface="Arial" panose="020B0604020202020204"/>
                <a:ea typeface="+mn-ea"/>
                <a:cs typeface="+mn-cs"/>
              </a:defRPr>
            </a:lvl4pPr>
            <a:lvl5pPr marL="1828800" algn="l" rtl="0" fontAlgn="base">
              <a:spcBef>
                <a:spcPct val="0"/>
              </a:spcBef>
              <a:spcAft>
                <a:spcPct val="0"/>
              </a:spcAft>
              <a:defRPr sz="3000" kern="1200">
                <a:solidFill>
                  <a:schemeClr val="tx1"/>
                </a:solidFill>
                <a:latin typeface="Arial" panose="020B0604020202020204"/>
                <a:ea typeface="+mn-ea"/>
                <a:cs typeface="+mn-cs"/>
              </a:defRPr>
            </a:lvl5pPr>
            <a:lvl6pPr marL="2286000" algn="l" defTabSz="914400" rtl="0" eaLnBrk="1" latinLnBrk="0" hangingPunct="1">
              <a:defRPr sz="3000" kern="1200">
                <a:solidFill>
                  <a:schemeClr val="tx1"/>
                </a:solidFill>
                <a:latin typeface="Arial" panose="020B0604020202020204"/>
                <a:ea typeface="+mn-ea"/>
                <a:cs typeface="+mn-cs"/>
              </a:defRPr>
            </a:lvl6pPr>
            <a:lvl7pPr marL="2743200" algn="l" defTabSz="914400" rtl="0" eaLnBrk="1" latinLnBrk="0" hangingPunct="1">
              <a:defRPr sz="3000" kern="1200">
                <a:solidFill>
                  <a:schemeClr val="tx1"/>
                </a:solidFill>
                <a:latin typeface="Arial" panose="020B0604020202020204"/>
                <a:ea typeface="+mn-ea"/>
                <a:cs typeface="+mn-cs"/>
              </a:defRPr>
            </a:lvl7pPr>
            <a:lvl8pPr marL="3200400" algn="l" defTabSz="914400" rtl="0" eaLnBrk="1" latinLnBrk="0" hangingPunct="1">
              <a:defRPr sz="3000" kern="1200">
                <a:solidFill>
                  <a:schemeClr val="tx1"/>
                </a:solidFill>
                <a:latin typeface="Arial" panose="020B0604020202020204"/>
                <a:ea typeface="+mn-ea"/>
                <a:cs typeface="+mn-cs"/>
              </a:defRPr>
            </a:lvl8pPr>
            <a:lvl9pPr marL="3657600" algn="l" defTabSz="914400" rtl="0" eaLnBrk="1" latinLnBrk="0" hangingPunct="1">
              <a:defRPr sz="3000" kern="1200">
                <a:solidFill>
                  <a:schemeClr val="tx1"/>
                </a:solidFill>
                <a:latin typeface="Arial" panose="020B0604020202020204"/>
                <a:ea typeface="+mn-ea"/>
                <a:cs typeface="+mn-cs"/>
              </a:defRPr>
            </a:lvl9pPr>
          </a:lstStyle>
          <a:p>
            <a:pPr defTabSz="3526790">
              <a:defRPr/>
            </a:pPr>
            <a:r>
              <a:rPr lang="en-US" sz="3600" b="1">
                <a:solidFill>
                  <a:schemeClr val="bg1"/>
                </a:solidFill>
                <a:latin typeface="Libre Baskerville" panose="02000000000000000000" pitchFamily="2" charset="0"/>
              </a:rPr>
              <a:t>Methodology</a:t>
            </a:r>
            <a:endParaRPr lang="en-US" sz="3600" b="1">
              <a:solidFill>
                <a:schemeClr val="bg1"/>
              </a:solidFill>
              <a:latin typeface="Libre Baskerville" panose="02000000000000000000" pitchFamily="2" charset="0"/>
            </a:endParaRPr>
          </a:p>
        </p:txBody>
      </p:sp>
      <p:sp>
        <p:nvSpPr>
          <p:cNvPr id="10" name="Text Box 9"/>
          <p:cNvSpPr txBox="1"/>
          <p:nvPr/>
        </p:nvSpPr>
        <p:spPr>
          <a:xfrm>
            <a:off x="16783685" y="7562215"/>
            <a:ext cx="15436850" cy="14571345"/>
          </a:xfrm>
          <a:prstGeom prst="rect">
            <a:avLst/>
          </a:prstGeom>
          <a:noFill/>
        </p:spPr>
        <p:txBody>
          <a:bodyPr wrap="square" rtlCol="0">
            <a:noAutofit/>
          </a:bodyPr>
          <a:p>
            <a:pPr algn="just"/>
            <a:r>
              <a:rPr lang="en-US" altLang="en-US"/>
              <a:t>The system follows a closed-loop AI-driven design methodology consisting of data collection, intelligent generation, and real-time user interaction.</a:t>
            </a:r>
            <a:endParaRPr lang="en-US" altLang="en-US"/>
          </a:p>
          <a:p>
            <a:pPr algn="just"/>
            <a:r>
              <a:rPr lang="en-US" altLang="en-US" b="1"/>
              <a:t>System Architecture:</a:t>
            </a:r>
            <a:endParaRPr lang="en-US" altLang="en-US" b="1"/>
          </a:p>
          <a:p>
            <a:pPr algn="just"/>
            <a:r>
              <a:rPr lang="en-US" altLang="en-US" b="1" dirty="0">
                <a:sym typeface="+mn-ea"/>
              </a:rPr>
              <a:t>● </a:t>
            </a:r>
            <a:r>
              <a:rPr lang="en-US" altLang="en-US"/>
              <a:t>Frontend: React.js / Flutter (interactive UI)</a:t>
            </a:r>
            <a:endParaRPr lang="en-US" altLang="en-US"/>
          </a:p>
          <a:p>
            <a:pPr algn="just"/>
            <a:r>
              <a:rPr lang="en-US" altLang="en-US" b="1" dirty="0">
                <a:sym typeface="+mn-ea"/>
              </a:rPr>
              <a:t>● </a:t>
            </a:r>
            <a:r>
              <a:rPr lang="en-US" altLang="en-US"/>
              <a:t>Backend: Node.js / Django (AI processing &amp; storage)</a:t>
            </a:r>
            <a:endParaRPr lang="en-US" altLang="en-US"/>
          </a:p>
          <a:p>
            <a:pPr algn="just"/>
            <a:r>
              <a:rPr lang="en-US" altLang="en-US" b="1" dirty="0">
                <a:sym typeface="+mn-ea"/>
              </a:rPr>
              <a:t>● </a:t>
            </a:r>
            <a:r>
              <a:rPr lang="en-US" altLang="en-US"/>
              <a:t>AI Core: PyTorch / TensorFlow</a:t>
            </a:r>
            <a:endParaRPr lang="en-US" altLang="en-US"/>
          </a:p>
          <a:p>
            <a:pPr algn="just"/>
            <a:r>
              <a:rPr lang="en-US" altLang="en-US" b="1" dirty="0">
                <a:sym typeface="+mn-ea"/>
              </a:rPr>
              <a:t>● </a:t>
            </a:r>
            <a:r>
              <a:rPr lang="en-US" altLang="en-US"/>
              <a:t>Generative Models: Conditional GANs &amp; Diffusion Models</a:t>
            </a:r>
            <a:endParaRPr lang="en-US" altLang="en-US"/>
          </a:p>
          <a:p>
            <a:pPr algn="just"/>
            <a:r>
              <a:rPr lang="en-US" altLang="en-US" b="1" dirty="0">
                <a:sym typeface="+mn-ea"/>
              </a:rPr>
              <a:t>● </a:t>
            </a:r>
            <a:r>
              <a:rPr lang="en-US" altLang="en-US"/>
              <a:t>Database: Firebase / MongoDB</a:t>
            </a:r>
            <a:endParaRPr lang="en-US" altLang="en-US"/>
          </a:p>
          <a:p>
            <a:pPr algn="just"/>
            <a:endParaRPr lang="en-US" altLang="en-US"/>
          </a:p>
          <a:p>
            <a:pPr algn="just"/>
            <a:endParaRPr lang="en-US" altLang="en-US"/>
          </a:p>
          <a:p>
            <a:pPr algn="just"/>
            <a:endParaRPr lang="en-US" altLang="en-US"/>
          </a:p>
          <a:p>
            <a:pPr algn="just"/>
            <a:endParaRPr lang="en-US" altLang="en-US"/>
          </a:p>
          <a:p>
            <a:pPr algn="just"/>
            <a:endParaRPr lang="en-US" altLang="en-US"/>
          </a:p>
          <a:p>
            <a:pPr algn="just"/>
            <a:endParaRPr lang="en-US" altLang="en-US"/>
          </a:p>
          <a:p>
            <a:pPr algn="just"/>
            <a:endParaRPr lang="en-US" altLang="en-US"/>
          </a:p>
          <a:p>
            <a:pPr algn="just"/>
            <a:endParaRPr lang="en-US" altLang="en-US"/>
          </a:p>
          <a:p>
            <a:pPr algn="just"/>
            <a:endParaRPr lang="en-US" altLang="en-US"/>
          </a:p>
          <a:p>
            <a:pPr algn="just"/>
            <a:endParaRPr lang="en-US" altLang="en-US"/>
          </a:p>
          <a:p>
            <a:pPr algn="just"/>
            <a:endParaRPr lang="en-US" altLang="en-US"/>
          </a:p>
          <a:p>
            <a:pPr algn="just"/>
            <a:r>
              <a:rPr lang="en-US" altLang="en-US" b="1"/>
              <a:t>Workflow:</a:t>
            </a:r>
            <a:endParaRPr lang="en-US" altLang="en-US" b="1"/>
          </a:p>
          <a:p>
            <a:pPr algn="just"/>
            <a:r>
              <a:rPr lang="en-US" altLang="en-US"/>
              <a:t>1. User selects or generates a base dress</a:t>
            </a:r>
            <a:endParaRPr lang="en-US" altLang="en-US"/>
          </a:p>
          <a:p>
            <a:pPr algn="just"/>
            <a:r>
              <a:rPr lang="en-US" altLang="en-US"/>
              <a:t>2. AI model generates design variations</a:t>
            </a:r>
            <a:endParaRPr lang="en-US" altLang="en-US"/>
          </a:p>
          <a:p>
            <a:pPr algn="just"/>
            <a:r>
              <a:rPr lang="en-US" altLang="en-US"/>
              <a:t>3. Real-time localized modification using latent vector control</a:t>
            </a:r>
            <a:endParaRPr lang="en-US" altLang="en-US"/>
          </a:p>
          <a:p>
            <a:pPr algn="just"/>
            <a:r>
              <a:rPr lang="en-US" altLang="en-US"/>
              <a:t>4. Continuous feedback and design refinement</a:t>
            </a:r>
            <a:endParaRPr lang="en-US" altLang="en-US"/>
          </a:p>
        </p:txBody>
      </p:sp>
      <p:sp>
        <p:nvSpPr>
          <p:cNvPr id="11" name="Text Box 10"/>
          <p:cNvSpPr txBox="1"/>
          <p:nvPr/>
        </p:nvSpPr>
        <p:spPr>
          <a:xfrm>
            <a:off x="16783685" y="29444315"/>
            <a:ext cx="15620365" cy="4070985"/>
          </a:xfrm>
          <a:prstGeom prst="rect">
            <a:avLst/>
          </a:prstGeom>
          <a:noFill/>
        </p:spPr>
        <p:txBody>
          <a:bodyPr wrap="square" rtlCol="0">
            <a:noAutofit/>
          </a:bodyPr>
          <a:p>
            <a:pPr algn="just"/>
            <a:r>
              <a:rPr lang="en-US" altLang="en-US">
                <a:latin typeface="Times New Roman" panose="02020603050405020304" charset="0"/>
                <a:cs typeface="Times New Roman" panose="02020603050405020304" charset="0"/>
              </a:rPr>
              <a:t>This project introduces an AI-powered interactive dress designer that bridges the gap between creative design and garment manufacturing. By integrating generative AI with real-time customization, the system enhances accessibility, efficiency, and sustainability in fashion design. The proposed approach demonstrates strong potential for adoption in both educational and industrial environments.</a:t>
            </a:r>
            <a:endParaRPr lang="en-US" altLang="en-US">
              <a:latin typeface="Times New Roman" panose="02020603050405020304" charset="0"/>
              <a:cs typeface="Times New Roman" panose="02020603050405020304" charset="0"/>
            </a:endParaRPr>
          </a:p>
        </p:txBody>
      </p:sp>
      <p:sp>
        <p:nvSpPr>
          <p:cNvPr id="12" name="Rectangle 32"/>
          <p:cNvSpPr>
            <a:spLocks noChangeArrowheads="1"/>
          </p:cNvSpPr>
          <p:nvPr/>
        </p:nvSpPr>
        <p:spPr bwMode="auto">
          <a:xfrm>
            <a:off x="16783685" y="33578800"/>
            <a:ext cx="15393929" cy="822960"/>
          </a:xfrm>
          <a:prstGeom prst="rect">
            <a:avLst/>
          </a:prstGeom>
          <a:solidFill>
            <a:schemeClr val="accent2">
              <a:lumMod val="60000"/>
              <a:lumOff val="40000"/>
            </a:schemeClr>
          </a:solidFill>
          <a:ln w="12700">
            <a:noFill/>
            <a:miter lim="800000"/>
          </a:ln>
        </p:spPr>
        <p:txBody>
          <a:bodyPr wrap="none" lIns="205740" tIns="54864" rIns="205740" bIns="51422" anchor="ctr" anchorCtr="0"/>
          <a:lstStyle>
            <a:defPPr>
              <a:defRPr lang="en-US"/>
            </a:defPPr>
            <a:lvl1pPr algn="l" rtl="0" fontAlgn="base">
              <a:spcBef>
                <a:spcPct val="0"/>
              </a:spcBef>
              <a:spcAft>
                <a:spcPct val="0"/>
              </a:spcAft>
              <a:defRPr sz="3000" kern="1200">
                <a:solidFill>
                  <a:schemeClr val="tx1"/>
                </a:solidFill>
                <a:latin typeface="Arial" panose="020B0604020202020204"/>
                <a:ea typeface="+mn-ea"/>
                <a:cs typeface="+mn-cs"/>
              </a:defRPr>
            </a:lvl1pPr>
            <a:lvl2pPr marL="457200" algn="l" rtl="0" fontAlgn="base">
              <a:spcBef>
                <a:spcPct val="0"/>
              </a:spcBef>
              <a:spcAft>
                <a:spcPct val="0"/>
              </a:spcAft>
              <a:defRPr sz="3000" kern="1200">
                <a:solidFill>
                  <a:schemeClr val="tx1"/>
                </a:solidFill>
                <a:latin typeface="Arial" panose="020B0604020202020204"/>
                <a:ea typeface="+mn-ea"/>
                <a:cs typeface="+mn-cs"/>
              </a:defRPr>
            </a:lvl2pPr>
            <a:lvl3pPr marL="914400" algn="l" rtl="0" fontAlgn="base">
              <a:spcBef>
                <a:spcPct val="0"/>
              </a:spcBef>
              <a:spcAft>
                <a:spcPct val="0"/>
              </a:spcAft>
              <a:defRPr sz="3000" kern="1200">
                <a:solidFill>
                  <a:schemeClr val="tx1"/>
                </a:solidFill>
                <a:latin typeface="Arial" panose="020B0604020202020204"/>
                <a:ea typeface="+mn-ea"/>
                <a:cs typeface="+mn-cs"/>
              </a:defRPr>
            </a:lvl3pPr>
            <a:lvl4pPr marL="1371600" algn="l" rtl="0" fontAlgn="base">
              <a:spcBef>
                <a:spcPct val="0"/>
              </a:spcBef>
              <a:spcAft>
                <a:spcPct val="0"/>
              </a:spcAft>
              <a:defRPr sz="3000" kern="1200">
                <a:solidFill>
                  <a:schemeClr val="tx1"/>
                </a:solidFill>
                <a:latin typeface="Arial" panose="020B0604020202020204"/>
                <a:ea typeface="+mn-ea"/>
                <a:cs typeface="+mn-cs"/>
              </a:defRPr>
            </a:lvl4pPr>
            <a:lvl5pPr marL="1828800" algn="l" rtl="0" fontAlgn="base">
              <a:spcBef>
                <a:spcPct val="0"/>
              </a:spcBef>
              <a:spcAft>
                <a:spcPct val="0"/>
              </a:spcAft>
              <a:defRPr sz="3000" kern="1200">
                <a:solidFill>
                  <a:schemeClr val="tx1"/>
                </a:solidFill>
                <a:latin typeface="Arial" panose="020B0604020202020204"/>
                <a:ea typeface="+mn-ea"/>
                <a:cs typeface="+mn-cs"/>
              </a:defRPr>
            </a:lvl5pPr>
            <a:lvl6pPr marL="2286000" algn="l" defTabSz="914400" rtl="0" eaLnBrk="1" latinLnBrk="0" hangingPunct="1">
              <a:defRPr sz="3000" kern="1200">
                <a:solidFill>
                  <a:schemeClr val="tx1"/>
                </a:solidFill>
                <a:latin typeface="Arial" panose="020B0604020202020204"/>
                <a:ea typeface="+mn-ea"/>
                <a:cs typeface="+mn-cs"/>
              </a:defRPr>
            </a:lvl6pPr>
            <a:lvl7pPr marL="2743200" algn="l" defTabSz="914400" rtl="0" eaLnBrk="1" latinLnBrk="0" hangingPunct="1">
              <a:defRPr sz="3000" kern="1200">
                <a:solidFill>
                  <a:schemeClr val="tx1"/>
                </a:solidFill>
                <a:latin typeface="Arial" panose="020B0604020202020204"/>
                <a:ea typeface="+mn-ea"/>
                <a:cs typeface="+mn-cs"/>
              </a:defRPr>
            </a:lvl7pPr>
            <a:lvl8pPr marL="3200400" algn="l" defTabSz="914400" rtl="0" eaLnBrk="1" latinLnBrk="0" hangingPunct="1">
              <a:defRPr sz="3000" kern="1200">
                <a:solidFill>
                  <a:schemeClr val="tx1"/>
                </a:solidFill>
                <a:latin typeface="Arial" panose="020B0604020202020204"/>
                <a:ea typeface="+mn-ea"/>
                <a:cs typeface="+mn-cs"/>
              </a:defRPr>
            </a:lvl8pPr>
            <a:lvl9pPr marL="3657600" algn="l" defTabSz="914400" rtl="0" eaLnBrk="1" latinLnBrk="0" hangingPunct="1">
              <a:defRPr sz="3000" kern="1200">
                <a:solidFill>
                  <a:schemeClr val="tx1"/>
                </a:solidFill>
                <a:latin typeface="Arial" panose="020B0604020202020204"/>
                <a:ea typeface="+mn-ea"/>
                <a:cs typeface="+mn-cs"/>
              </a:defRPr>
            </a:lvl9pPr>
          </a:lstStyle>
          <a:p>
            <a:pPr defTabSz="3526790">
              <a:defRPr/>
            </a:pPr>
            <a:r>
              <a:rPr lang="en-US" sz="3600" b="1">
                <a:solidFill>
                  <a:schemeClr val="bg1"/>
                </a:solidFill>
                <a:latin typeface="Libre Baskerville" panose="02000000000000000000" pitchFamily="2" charset="0"/>
              </a:rPr>
              <a:t>Future Scope</a:t>
            </a:r>
            <a:endParaRPr lang="en-US" sz="3600" b="1">
              <a:solidFill>
                <a:schemeClr val="bg1"/>
              </a:solidFill>
              <a:latin typeface="Libre Baskerville" panose="02000000000000000000" pitchFamily="2" charset="0"/>
            </a:endParaRPr>
          </a:p>
        </p:txBody>
      </p:sp>
      <p:sp>
        <p:nvSpPr>
          <p:cNvPr id="13" name="Text Box 12"/>
          <p:cNvSpPr txBox="1"/>
          <p:nvPr/>
        </p:nvSpPr>
        <p:spPr>
          <a:xfrm>
            <a:off x="16783685" y="35232975"/>
            <a:ext cx="15525115" cy="1934210"/>
          </a:xfrm>
          <a:prstGeom prst="rect">
            <a:avLst/>
          </a:prstGeom>
          <a:noFill/>
        </p:spPr>
        <p:txBody>
          <a:bodyPr wrap="square" rtlCol="0">
            <a:noAutofit/>
          </a:bodyPr>
          <a:p>
            <a:pPr algn="just"/>
            <a:r>
              <a:rPr lang="en-US" altLang="en-US" b="1" dirty="0">
                <a:sym typeface="+mn-ea"/>
              </a:rPr>
              <a:t>● </a:t>
            </a:r>
            <a:r>
              <a:rPr lang="en-US" altLang="en-US"/>
              <a:t>AR-based virtual try-on</a:t>
            </a:r>
            <a:endParaRPr lang="en-US" altLang="en-US"/>
          </a:p>
          <a:p>
            <a:pPr algn="just"/>
            <a:r>
              <a:rPr lang="en-US" altLang="en-US" b="1" dirty="0">
                <a:sym typeface="+mn-ea"/>
              </a:rPr>
              <a:t>● </a:t>
            </a:r>
            <a:r>
              <a:rPr lang="en-US" altLang="en-US"/>
              <a:t>Integration with garment factories</a:t>
            </a:r>
            <a:endParaRPr lang="en-US" altLang="en-US"/>
          </a:p>
          <a:p>
            <a:pPr algn="just"/>
            <a:r>
              <a:rPr lang="en-US" altLang="en-US" b="1" dirty="0">
                <a:sym typeface="+mn-ea"/>
              </a:rPr>
              <a:t>● </a:t>
            </a:r>
            <a:r>
              <a:rPr lang="en-US" altLang="en-US"/>
              <a:t>Cost estimation based on fabric selection</a:t>
            </a:r>
            <a:endParaRPr lang="en-US"/>
          </a:p>
        </p:txBody>
      </p:sp>
      <p:pic>
        <p:nvPicPr>
          <p:cNvPr id="14" name="Picture 13" descr="GPT Image Jan 15, 2026, 12_16_05 AM"/>
          <p:cNvPicPr>
            <a:picLocks noChangeAspect="1"/>
          </p:cNvPicPr>
          <p:nvPr/>
        </p:nvPicPr>
        <p:blipFill>
          <a:blip r:embed="rId3"/>
          <a:stretch>
            <a:fillRect/>
          </a:stretch>
        </p:blipFill>
        <p:spPr>
          <a:xfrm>
            <a:off x="952500" y="23508970"/>
            <a:ext cx="14630400" cy="4914900"/>
          </a:xfrm>
          <a:prstGeom prst="rect">
            <a:avLst/>
          </a:prstGeom>
        </p:spPr>
      </p:pic>
      <p:pic>
        <p:nvPicPr>
          <p:cNvPr id="15" name="Picture 14" descr="Methodology ChatGPT Image Jan 15, 2026, 12_26_39 AM"/>
          <p:cNvPicPr>
            <a:picLocks noChangeAspect="1"/>
          </p:cNvPicPr>
          <p:nvPr/>
        </p:nvPicPr>
        <p:blipFill>
          <a:blip r:embed="rId4"/>
          <a:stretch>
            <a:fillRect/>
          </a:stretch>
        </p:blipFill>
        <p:spPr>
          <a:xfrm>
            <a:off x="18059400" y="13335000"/>
            <a:ext cx="11846560" cy="5444490"/>
          </a:xfrm>
          <a:prstGeom prst="rect">
            <a:avLst/>
          </a:prstGeom>
        </p:spPr>
      </p:pic>
    </p:spTree>
  </p:cSld>
  <p:clrMapOvr>
    <a:masterClrMapping/>
  </p:clrMapOvr>
  <p:transition/>
</p:sld>
</file>

<file path=ppt/tags/tag1.xml><?xml version="1.0" encoding="utf-8"?>
<p:tagLst xmlns:p="http://schemas.openxmlformats.org/presentationml/2006/main">
  <p:tag name="AS_NET" val="4.0.30319.42000"/>
  <p:tag name="AS_OS" val="Microsoft Windows NT 6.2.9200.0"/>
  <p:tag name="AS_RELEASE_DATE" val="2022.04.14"/>
  <p:tag name="AS_TITLE" val="Aspose.Slides for .NET 4.0 Client Profile"/>
  <p:tag name="AS_VERSION" val="22.4"/>
  <p:tag name="POSTERNERDTEMPLATE" val="intellectualsage|08-2022"/>
</p:tagLst>
</file>

<file path=ppt/theme/theme1.xml><?xml version="1.0" encoding="utf-8"?>
<a:theme xmlns:a="http://schemas.openxmlformats.org/drawingml/2006/main" name="Default Design">
  <a:themeElements>
    <a:clrScheme name="Urba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Default Design">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4704080" rtl="0" eaLnBrk="1" fontAlgn="base" latinLnBrk="0" hangingPunct="1">
          <a:lnSpc>
            <a:spcPct val="100000"/>
          </a:lnSpc>
          <a:spcBef>
            <a:spcPct val="0"/>
          </a:spcBef>
          <a:spcAft>
            <a:spcPct val="0"/>
          </a:spcAft>
          <a:buClrTx/>
          <a:buSzTx/>
          <a:buFontTx/>
          <a:buNone/>
          <a:defRPr kumimoji="0" lang="en-US" sz="3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4704080" rtl="0" eaLnBrk="1" fontAlgn="base" latinLnBrk="0" hangingPunct="1">
          <a:lnSpc>
            <a:spcPct val="100000"/>
          </a:lnSpc>
          <a:spcBef>
            <a:spcPct val="0"/>
          </a:spcBef>
          <a:spcAft>
            <a:spcPct val="0"/>
          </a:spcAft>
          <a:buClrTx/>
          <a:buSzTx/>
          <a:buFontTx/>
          <a:buNone/>
          <a:defRPr kumimoji="0" lang="en-US" sz="3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3955</Words>
  <Application>WPS Presentation</Application>
  <PresentationFormat>Custom</PresentationFormat>
  <Paragraphs>87</Paragraphs>
  <Slides>1</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vt:i4>
      </vt:variant>
    </vt:vector>
  </HeadingPairs>
  <TitlesOfParts>
    <vt:vector size="12" baseType="lpstr">
      <vt:lpstr>Arial</vt:lpstr>
      <vt:lpstr>SimSun</vt:lpstr>
      <vt:lpstr>Wingdings</vt:lpstr>
      <vt:lpstr>Arial</vt:lpstr>
      <vt:lpstr>Libre Baskerville</vt:lpstr>
      <vt:lpstr>Times New Roman</vt:lpstr>
      <vt:lpstr>Montserrat Light</vt:lpstr>
      <vt:lpstr>Microsoft YaHei</vt:lpstr>
      <vt:lpstr>Arial Unicode MS</vt:lpstr>
      <vt:lpstr>Calibri</vt:lpstr>
      <vt:lpstr>Default Design</vt:lpstr>
      <vt:lpstr>PowerPoint 演示文稿</vt:lpstr>
    </vt:vector>
  </TitlesOfParts>
  <Company>Graphicsland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to make a scientific poster</dc:title>
  <dc:creator>Graphicsland/MakeSigns.com</dc:creator>
  <cp:keywords>scientific, research, template, custom, poster, presentation, symposium, printing, PowerPoint, create, design, example, sample, download</cp:keywords>
  <dc:description>This is a free template from MakeSigns.com to help you create the perfect scientific poster.</dc:description>
  <dc:subject>Free Research Poster</dc:subject>
  <cp:category>templates for scientific poster</cp:category>
  <cp:lastModifiedBy>MD. GOLAM RABBANI</cp:lastModifiedBy>
  <cp:revision>30</cp:revision>
  <dcterms:created xsi:type="dcterms:W3CDTF">2026-01-14T17:14:00Z</dcterms:created>
  <dcterms:modified xsi:type="dcterms:W3CDTF">2026-04-08T00:56:40Z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5C3B538E406244EEB1853D9CAEDD3A38_12</vt:lpwstr>
  </property>
  <property fmtid="{D5CDD505-2E9C-101B-9397-08002B2CF9AE}" pid="3" name="KSOProductBuildVer">
    <vt:lpwstr>1033-12.1.0.25830</vt:lpwstr>
  </property>
</Properties>
</file>